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3"/>
  </p:notesMasterIdLst>
  <p:sldIdLst>
    <p:sldId id="256" r:id="rId2"/>
    <p:sldId id="299" r:id="rId3"/>
    <p:sldId id="300" r:id="rId4"/>
    <p:sldId id="303" r:id="rId5"/>
    <p:sldId id="301" r:id="rId6"/>
    <p:sldId id="302" r:id="rId7"/>
    <p:sldId id="304" r:id="rId8"/>
    <p:sldId id="260" r:id="rId9"/>
    <p:sldId id="294" r:id="rId10"/>
    <p:sldId id="261" r:id="rId11"/>
    <p:sldId id="262" r:id="rId12"/>
    <p:sldId id="272" r:id="rId13"/>
    <p:sldId id="274" r:id="rId14"/>
    <p:sldId id="275" r:id="rId15"/>
    <p:sldId id="276" r:id="rId16"/>
    <p:sldId id="295" r:id="rId17"/>
    <p:sldId id="296" r:id="rId18"/>
    <p:sldId id="279" r:id="rId19"/>
    <p:sldId id="282" r:id="rId20"/>
    <p:sldId id="297" r:id="rId21"/>
    <p:sldId id="284" r:id="rId22"/>
    <p:sldId id="287" r:id="rId23"/>
    <p:sldId id="286" r:id="rId24"/>
    <p:sldId id="288" r:id="rId25"/>
    <p:sldId id="285" r:id="rId26"/>
    <p:sldId id="305" r:id="rId27"/>
    <p:sldId id="306" r:id="rId28"/>
    <p:sldId id="291" r:id="rId29"/>
    <p:sldId id="298" r:id="rId30"/>
    <p:sldId id="307" r:id="rId31"/>
    <p:sldId id="273" r:id="rId3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478886-0D9C-470D-9113-3E43BF3B81BB}" v="131" dt="2025-12-13T02:19:47.249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512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5/10/relationships/revisionInfo" Target="revisionInfo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eeraja Dusnamoni" userId="eea00d30fa9f4391" providerId="LiveId" clId="{4EF8FE2F-6D19-439B-A45C-D1AECB996010}"/>
    <pc:docChg chg="undo custSel addSld delSld modSld sldOrd">
      <pc:chgData name="Neeraja Dusnamoni" userId="eea00d30fa9f4391" providerId="LiveId" clId="{4EF8FE2F-6D19-439B-A45C-D1AECB996010}" dt="2025-12-13T04:37:32.446" v="604" actId="20577"/>
      <pc:docMkLst>
        <pc:docMk/>
      </pc:docMkLst>
      <pc:sldChg chg="modSp mod">
        <pc:chgData name="Neeraja Dusnamoni" userId="eea00d30fa9f4391" providerId="LiveId" clId="{4EF8FE2F-6D19-439B-A45C-D1AECB996010}" dt="2025-12-13T02:10:54.730" v="523" actId="14100"/>
        <pc:sldMkLst>
          <pc:docMk/>
          <pc:sldMk cId="3066038499" sldId="260"/>
        </pc:sldMkLst>
        <pc:spChg chg="mod">
          <ac:chgData name="Neeraja Dusnamoni" userId="eea00d30fa9f4391" providerId="LiveId" clId="{4EF8FE2F-6D19-439B-A45C-D1AECB996010}" dt="2025-12-13T02:10:54.730" v="523" actId="14100"/>
          <ac:spMkLst>
            <pc:docMk/>
            <pc:sldMk cId="3066038499" sldId="260"/>
            <ac:spMk id="2" creationId="{37392694-09D9-A58C-8A04-42590851AE3C}"/>
          </ac:spMkLst>
        </pc:spChg>
      </pc:sldChg>
      <pc:sldChg chg="addSp delSp modSp mod">
        <pc:chgData name="Neeraja Dusnamoni" userId="eea00d30fa9f4391" providerId="LiveId" clId="{4EF8FE2F-6D19-439B-A45C-D1AECB996010}" dt="2025-12-12T17:32:20.541" v="253" actId="14100"/>
        <pc:sldMkLst>
          <pc:docMk/>
          <pc:sldMk cId="4031309054" sldId="279"/>
        </pc:sldMkLst>
        <pc:spChg chg="add del mod">
          <ac:chgData name="Neeraja Dusnamoni" userId="eea00d30fa9f4391" providerId="LiveId" clId="{4EF8FE2F-6D19-439B-A45C-D1AECB996010}" dt="2025-12-12T17:27:12.202" v="239" actId="14100"/>
          <ac:spMkLst>
            <pc:docMk/>
            <pc:sldMk cId="4031309054" sldId="279"/>
            <ac:spMk id="3" creationId="{A95E462D-408C-1C3C-4DD7-FA4A7F8E77F0}"/>
          </ac:spMkLst>
        </pc:spChg>
        <pc:spChg chg="mod">
          <ac:chgData name="Neeraja Dusnamoni" userId="eea00d30fa9f4391" providerId="LiveId" clId="{4EF8FE2F-6D19-439B-A45C-D1AECB996010}" dt="2025-12-12T17:32:20.541" v="253" actId="14100"/>
          <ac:spMkLst>
            <pc:docMk/>
            <pc:sldMk cId="4031309054" sldId="279"/>
            <ac:spMk id="9" creationId="{88409BFA-C3B4-B36C-4FD1-188748814DB0}"/>
          </ac:spMkLst>
        </pc:spChg>
        <pc:spChg chg="add mod">
          <ac:chgData name="Neeraja Dusnamoni" userId="eea00d30fa9f4391" providerId="LiveId" clId="{4EF8FE2F-6D19-439B-A45C-D1AECB996010}" dt="2025-12-12T17:25:36.176" v="227"/>
          <ac:spMkLst>
            <pc:docMk/>
            <pc:sldMk cId="4031309054" sldId="279"/>
            <ac:spMk id="12" creationId="{B5C8D2C5-6EFA-A850-9627-83C056D95129}"/>
          </ac:spMkLst>
        </pc:spChg>
        <pc:spChg chg="add">
          <ac:chgData name="Neeraja Dusnamoni" userId="eea00d30fa9f4391" providerId="LiveId" clId="{4EF8FE2F-6D19-439B-A45C-D1AECB996010}" dt="2025-12-12T17:30:11.896" v="240"/>
          <ac:spMkLst>
            <pc:docMk/>
            <pc:sldMk cId="4031309054" sldId="279"/>
            <ac:spMk id="13" creationId="{1A2ACBAD-3027-50CB-5D01-8377E59E8C9B}"/>
          </ac:spMkLst>
        </pc:spChg>
        <pc:picChg chg="del">
          <ac:chgData name="Neeraja Dusnamoni" userId="eea00d30fa9f4391" providerId="LiveId" clId="{4EF8FE2F-6D19-439B-A45C-D1AECB996010}" dt="2025-12-12T16:11:44.887" v="12" actId="21"/>
          <ac:picMkLst>
            <pc:docMk/>
            <pc:sldMk cId="4031309054" sldId="279"/>
            <ac:picMk id="5" creationId="{01D0A9C8-F535-3992-1FB2-C827CD6074E7}"/>
          </ac:picMkLst>
        </pc:picChg>
        <pc:picChg chg="add mod">
          <ac:chgData name="Neeraja Dusnamoni" userId="eea00d30fa9f4391" providerId="LiveId" clId="{4EF8FE2F-6D19-439B-A45C-D1AECB996010}" dt="2025-12-12T16:17:27.288" v="24" actId="14100"/>
          <ac:picMkLst>
            <pc:docMk/>
            <pc:sldMk cId="4031309054" sldId="279"/>
            <ac:picMk id="7" creationId="{D82844A6-E357-9931-21D6-73540256600B}"/>
          </ac:picMkLst>
        </pc:picChg>
        <pc:picChg chg="del">
          <ac:chgData name="Neeraja Dusnamoni" userId="eea00d30fa9f4391" providerId="LiveId" clId="{4EF8FE2F-6D19-439B-A45C-D1AECB996010}" dt="2025-12-12T16:11:48.538" v="13" actId="21"/>
          <ac:picMkLst>
            <pc:docMk/>
            <pc:sldMk cId="4031309054" sldId="279"/>
            <ac:picMk id="8" creationId="{54651780-00D4-5B75-BAEB-EBBAA5AEFEA4}"/>
          </ac:picMkLst>
        </pc:picChg>
        <pc:picChg chg="add mod">
          <ac:chgData name="Neeraja Dusnamoni" userId="eea00d30fa9f4391" providerId="LiveId" clId="{4EF8FE2F-6D19-439B-A45C-D1AECB996010}" dt="2025-12-12T16:18:43.300" v="37" actId="14100"/>
          <ac:picMkLst>
            <pc:docMk/>
            <pc:sldMk cId="4031309054" sldId="279"/>
            <ac:picMk id="11" creationId="{16DFD62D-39AF-6B0F-5BFF-E29466E6D82E}"/>
          </ac:picMkLst>
        </pc:picChg>
      </pc:sldChg>
      <pc:sldChg chg="addSp delSp modSp mod">
        <pc:chgData name="Neeraja Dusnamoni" userId="eea00d30fa9f4391" providerId="LiveId" clId="{4EF8FE2F-6D19-439B-A45C-D1AECB996010}" dt="2025-12-12T17:36:15.720" v="271" actId="14100"/>
        <pc:sldMkLst>
          <pc:docMk/>
          <pc:sldMk cId="1945056379" sldId="282"/>
        </pc:sldMkLst>
        <pc:spChg chg="add del mod">
          <ac:chgData name="Neeraja Dusnamoni" userId="eea00d30fa9f4391" providerId="LiveId" clId="{4EF8FE2F-6D19-439B-A45C-D1AECB996010}" dt="2025-12-12T17:35:14.558" v="265" actId="207"/>
          <ac:spMkLst>
            <pc:docMk/>
            <pc:sldMk cId="1945056379" sldId="282"/>
            <ac:spMk id="2" creationId="{E419A05D-0198-7F1B-A133-66E0BDD58E3B}"/>
          </ac:spMkLst>
        </pc:spChg>
        <pc:spChg chg="mod">
          <ac:chgData name="Neeraja Dusnamoni" userId="eea00d30fa9f4391" providerId="LiveId" clId="{4EF8FE2F-6D19-439B-A45C-D1AECB996010}" dt="2025-12-12T17:36:15.720" v="271" actId="14100"/>
          <ac:spMkLst>
            <pc:docMk/>
            <pc:sldMk cId="1945056379" sldId="282"/>
            <ac:spMk id="7" creationId="{6061BB7E-3B4E-2CC9-8268-7AE4EBEBF113}"/>
          </ac:spMkLst>
        </pc:spChg>
        <pc:spChg chg="add mod">
          <ac:chgData name="Neeraja Dusnamoni" userId="eea00d30fa9f4391" providerId="LiveId" clId="{4EF8FE2F-6D19-439B-A45C-D1AECB996010}" dt="2025-12-12T17:34:25.708" v="255"/>
          <ac:spMkLst>
            <pc:docMk/>
            <pc:sldMk cId="1945056379" sldId="282"/>
            <ac:spMk id="10" creationId="{3E79929A-B23C-D569-9993-C7EB74008014}"/>
          </ac:spMkLst>
        </pc:spChg>
        <pc:spChg chg="add mod">
          <ac:chgData name="Neeraja Dusnamoni" userId="eea00d30fa9f4391" providerId="LiveId" clId="{4EF8FE2F-6D19-439B-A45C-D1AECB996010}" dt="2025-12-12T17:34:33.784" v="257"/>
          <ac:spMkLst>
            <pc:docMk/>
            <pc:sldMk cId="1945056379" sldId="282"/>
            <ac:spMk id="11" creationId="{D608BFB8-054D-D646-4D1A-E2897E85C47E}"/>
          </ac:spMkLst>
        </pc:spChg>
        <pc:picChg chg="add mod">
          <ac:chgData name="Neeraja Dusnamoni" userId="eea00d30fa9f4391" providerId="LiveId" clId="{4EF8FE2F-6D19-439B-A45C-D1AECB996010}" dt="2025-12-12T16:22:11.429" v="61" actId="14100"/>
          <ac:picMkLst>
            <pc:docMk/>
            <pc:sldMk cId="1945056379" sldId="282"/>
            <ac:picMk id="4" creationId="{C95ACE33-6ABC-ADBC-1568-47986AC51E8B}"/>
          </ac:picMkLst>
        </pc:picChg>
        <pc:picChg chg="del">
          <ac:chgData name="Neeraja Dusnamoni" userId="eea00d30fa9f4391" providerId="LiveId" clId="{4EF8FE2F-6D19-439B-A45C-D1AECB996010}" dt="2025-12-12T16:11:54.419" v="14" actId="21"/>
          <ac:picMkLst>
            <pc:docMk/>
            <pc:sldMk cId="1945056379" sldId="282"/>
            <ac:picMk id="5" creationId="{E17C6E6C-968B-9E73-5101-73347B250833}"/>
          </ac:picMkLst>
        </pc:picChg>
        <pc:picChg chg="del">
          <ac:chgData name="Neeraja Dusnamoni" userId="eea00d30fa9f4391" providerId="LiveId" clId="{4EF8FE2F-6D19-439B-A45C-D1AECB996010}" dt="2025-12-12T16:11:57.445" v="15" actId="21"/>
          <ac:picMkLst>
            <pc:docMk/>
            <pc:sldMk cId="1945056379" sldId="282"/>
            <ac:picMk id="6" creationId="{43F92936-B9EE-9FD5-3C03-C90E64DBABF0}"/>
          </ac:picMkLst>
        </pc:picChg>
        <pc:picChg chg="add mod">
          <ac:chgData name="Neeraja Dusnamoni" userId="eea00d30fa9f4391" providerId="LiveId" clId="{4EF8FE2F-6D19-439B-A45C-D1AECB996010}" dt="2025-12-12T16:23:02.753" v="68" actId="14100"/>
          <ac:picMkLst>
            <pc:docMk/>
            <pc:sldMk cId="1945056379" sldId="282"/>
            <ac:picMk id="9" creationId="{AC80D8E1-BCC4-7B60-8A3F-225EB5BB78C7}"/>
          </ac:picMkLst>
        </pc:picChg>
      </pc:sldChg>
      <pc:sldChg chg="del">
        <pc:chgData name="Neeraja Dusnamoni" userId="eea00d30fa9f4391" providerId="LiveId" clId="{4EF8FE2F-6D19-439B-A45C-D1AECB996010}" dt="2025-12-12T16:05:06.315" v="10" actId="47"/>
        <pc:sldMkLst>
          <pc:docMk/>
          <pc:sldMk cId="1654527449" sldId="283"/>
        </pc:sldMkLst>
      </pc:sldChg>
      <pc:sldChg chg="addSp delSp modSp mod">
        <pc:chgData name="Neeraja Dusnamoni" userId="eea00d30fa9f4391" providerId="LiveId" clId="{4EF8FE2F-6D19-439B-A45C-D1AECB996010}" dt="2025-12-12T17:42:11.244" v="308" actId="14100"/>
        <pc:sldMkLst>
          <pc:docMk/>
          <pc:sldMk cId="719119860" sldId="284"/>
        </pc:sldMkLst>
        <pc:spChg chg="mod">
          <ac:chgData name="Neeraja Dusnamoni" userId="eea00d30fa9f4391" providerId="LiveId" clId="{4EF8FE2F-6D19-439B-A45C-D1AECB996010}" dt="2025-12-12T16:39:20.063" v="161" actId="14100"/>
          <ac:spMkLst>
            <pc:docMk/>
            <pc:sldMk cId="719119860" sldId="284"/>
            <ac:spMk id="2" creationId="{C3674994-D669-5AA3-C4DD-FB6B90CF81CB}"/>
          </ac:spMkLst>
        </pc:spChg>
        <pc:spChg chg="mod">
          <ac:chgData name="Neeraja Dusnamoni" userId="eea00d30fa9f4391" providerId="LiveId" clId="{4EF8FE2F-6D19-439B-A45C-D1AECB996010}" dt="2025-12-12T17:41:05.346" v="302"/>
          <ac:spMkLst>
            <pc:docMk/>
            <pc:sldMk cId="719119860" sldId="284"/>
            <ac:spMk id="3" creationId="{7BE5B2B9-5840-0A7F-C046-46D7B132C061}"/>
          </ac:spMkLst>
        </pc:spChg>
        <pc:spChg chg="mod">
          <ac:chgData name="Neeraja Dusnamoni" userId="eea00d30fa9f4391" providerId="LiveId" clId="{4EF8FE2F-6D19-439B-A45C-D1AECB996010}" dt="2025-12-12T17:42:11.244" v="308" actId="14100"/>
          <ac:spMkLst>
            <pc:docMk/>
            <pc:sldMk cId="719119860" sldId="284"/>
            <ac:spMk id="5" creationId="{A5E5D778-317E-EAAE-3DF9-5403BF0E6A8A}"/>
          </ac:spMkLst>
        </pc:spChg>
        <pc:picChg chg="add mod">
          <ac:chgData name="Neeraja Dusnamoni" userId="eea00d30fa9f4391" providerId="LiveId" clId="{4EF8FE2F-6D19-439B-A45C-D1AECB996010}" dt="2025-12-12T16:29:13.565" v="91" actId="14100"/>
          <ac:picMkLst>
            <pc:docMk/>
            <pc:sldMk cId="719119860" sldId="284"/>
            <ac:picMk id="6" creationId="{A419BAA0-E15E-A2E8-556A-2EFC6FF54D26}"/>
          </ac:picMkLst>
        </pc:picChg>
        <pc:picChg chg="del">
          <ac:chgData name="Neeraja Dusnamoni" userId="eea00d30fa9f4391" providerId="LiveId" clId="{4EF8FE2F-6D19-439B-A45C-D1AECB996010}" dt="2025-12-12T16:27:50.145" v="83" actId="21"/>
          <ac:picMkLst>
            <pc:docMk/>
            <pc:sldMk cId="719119860" sldId="284"/>
            <ac:picMk id="7" creationId="{12E80AA4-AE53-6593-84E2-76EE9C5E8A5F}"/>
          </ac:picMkLst>
        </pc:picChg>
        <pc:picChg chg="del">
          <ac:chgData name="Neeraja Dusnamoni" userId="eea00d30fa9f4391" providerId="LiveId" clId="{4EF8FE2F-6D19-439B-A45C-D1AECB996010}" dt="2025-12-12T16:27:55.052" v="84" actId="21"/>
          <ac:picMkLst>
            <pc:docMk/>
            <pc:sldMk cId="719119860" sldId="284"/>
            <ac:picMk id="9" creationId="{F3A8293E-67EB-716C-A3ED-77AAFD713DC1}"/>
          </ac:picMkLst>
        </pc:picChg>
        <pc:picChg chg="add mod">
          <ac:chgData name="Neeraja Dusnamoni" userId="eea00d30fa9f4391" providerId="LiveId" clId="{4EF8FE2F-6D19-439B-A45C-D1AECB996010}" dt="2025-12-12T16:30:22.875" v="108" actId="14100"/>
          <ac:picMkLst>
            <pc:docMk/>
            <pc:sldMk cId="719119860" sldId="284"/>
            <ac:picMk id="10" creationId="{150EA03F-5DB8-AC07-2576-7C21C718545D}"/>
          </ac:picMkLst>
        </pc:picChg>
      </pc:sldChg>
      <pc:sldChg chg="addSp delSp modSp mod">
        <pc:chgData name="Neeraja Dusnamoni" userId="eea00d30fa9f4391" providerId="LiveId" clId="{4EF8FE2F-6D19-439B-A45C-D1AECB996010}" dt="2025-12-12T17:49:26.588" v="340"/>
        <pc:sldMkLst>
          <pc:docMk/>
          <pc:sldMk cId="2119260026" sldId="285"/>
        </pc:sldMkLst>
        <pc:spChg chg="add mod">
          <ac:chgData name="Neeraja Dusnamoni" userId="eea00d30fa9f4391" providerId="LiveId" clId="{4EF8FE2F-6D19-439B-A45C-D1AECB996010}" dt="2025-12-12T16:42:33.184" v="174"/>
          <ac:spMkLst>
            <pc:docMk/>
            <pc:sldMk cId="2119260026" sldId="285"/>
            <ac:spMk id="2" creationId="{E7B029B1-9C92-1379-8494-423B4BC5EBBB}"/>
          </ac:spMkLst>
        </pc:spChg>
        <pc:spChg chg="mod">
          <ac:chgData name="Neeraja Dusnamoni" userId="eea00d30fa9f4391" providerId="LiveId" clId="{4EF8FE2F-6D19-439B-A45C-D1AECB996010}" dt="2025-12-12T17:49:26.588" v="340"/>
          <ac:spMkLst>
            <pc:docMk/>
            <pc:sldMk cId="2119260026" sldId="285"/>
            <ac:spMk id="3" creationId="{C90FCD7F-0858-9523-6FFB-28B4872B1AC7}"/>
          </ac:spMkLst>
        </pc:spChg>
        <pc:spChg chg="del">
          <ac:chgData name="Neeraja Dusnamoni" userId="eea00d30fa9f4391" providerId="LiveId" clId="{4EF8FE2F-6D19-439B-A45C-D1AECB996010}" dt="2025-12-12T16:42:31.141" v="173" actId="21"/>
          <ac:spMkLst>
            <pc:docMk/>
            <pc:sldMk cId="2119260026" sldId="285"/>
            <ac:spMk id="4" creationId="{E7B029B1-9C92-1379-8494-423B4BC5EBBB}"/>
          </ac:spMkLst>
        </pc:spChg>
        <pc:picChg chg="del">
          <ac:chgData name="Neeraja Dusnamoni" userId="eea00d30fa9f4391" providerId="LiveId" clId="{4EF8FE2F-6D19-439B-A45C-D1AECB996010}" dt="2025-12-12T16:42:21.652" v="171" actId="21"/>
          <ac:picMkLst>
            <pc:docMk/>
            <pc:sldMk cId="2119260026" sldId="285"/>
            <ac:picMk id="5" creationId="{27C82F8A-005F-633F-836F-9BC307B8698C}"/>
          </ac:picMkLst>
        </pc:picChg>
        <pc:picChg chg="del">
          <ac:chgData name="Neeraja Dusnamoni" userId="eea00d30fa9f4391" providerId="LiveId" clId="{4EF8FE2F-6D19-439B-A45C-D1AECB996010}" dt="2025-12-12T16:42:24.418" v="172" actId="21"/>
          <ac:picMkLst>
            <pc:docMk/>
            <pc:sldMk cId="2119260026" sldId="285"/>
            <ac:picMk id="7" creationId="{197A08E9-8C19-D0A4-0BC5-AE48F4D969B0}"/>
          </ac:picMkLst>
        </pc:picChg>
        <pc:picChg chg="add mod">
          <ac:chgData name="Neeraja Dusnamoni" userId="eea00d30fa9f4391" providerId="LiveId" clId="{4EF8FE2F-6D19-439B-A45C-D1AECB996010}" dt="2025-12-12T16:42:55.160" v="179" actId="14100"/>
          <ac:picMkLst>
            <pc:docMk/>
            <pc:sldMk cId="2119260026" sldId="285"/>
            <ac:picMk id="9" creationId="{35A186C3-B9F3-3EC3-CA84-A3C64C7451B4}"/>
          </ac:picMkLst>
        </pc:picChg>
      </pc:sldChg>
      <pc:sldChg chg="addSp delSp modSp mod">
        <pc:chgData name="Neeraja Dusnamoni" userId="eea00d30fa9f4391" providerId="LiveId" clId="{4EF8FE2F-6D19-439B-A45C-D1AECB996010}" dt="2025-12-12T17:46:25.710" v="330" actId="1076"/>
        <pc:sldMkLst>
          <pc:docMk/>
          <pc:sldMk cId="2165542165" sldId="286"/>
        </pc:sldMkLst>
        <pc:spChg chg="mod">
          <ac:chgData name="Neeraja Dusnamoni" userId="eea00d30fa9f4391" providerId="LiveId" clId="{4EF8FE2F-6D19-439B-A45C-D1AECB996010}" dt="2025-12-12T16:39:12.518" v="160" actId="14100"/>
          <ac:spMkLst>
            <pc:docMk/>
            <pc:sldMk cId="2165542165" sldId="286"/>
            <ac:spMk id="2" creationId="{88F9F527-F3C8-EBF6-CEF7-DBA8B3944B55}"/>
          </ac:spMkLst>
        </pc:spChg>
        <pc:spChg chg="mod">
          <ac:chgData name="Neeraja Dusnamoni" userId="eea00d30fa9f4391" providerId="LiveId" clId="{4EF8FE2F-6D19-439B-A45C-D1AECB996010}" dt="2025-12-12T17:45:16.206" v="324"/>
          <ac:spMkLst>
            <pc:docMk/>
            <pc:sldMk cId="2165542165" sldId="286"/>
            <ac:spMk id="3" creationId="{11792EE8-E761-597E-229C-C96627D7A6DF}"/>
          </ac:spMkLst>
        </pc:spChg>
        <pc:spChg chg="mod">
          <ac:chgData name="Neeraja Dusnamoni" userId="eea00d30fa9f4391" providerId="LiveId" clId="{4EF8FE2F-6D19-439B-A45C-D1AECB996010}" dt="2025-12-12T17:46:25.710" v="330" actId="1076"/>
          <ac:spMkLst>
            <pc:docMk/>
            <pc:sldMk cId="2165542165" sldId="286"/>
            <ac:spMk id="4" creationId="{0A1138B8-8F87-C07F-A48B-36693B60DA49}"/>
          </ac:spMkLst>
        </pc:spChg>
        <pc:spChg chg="add">
          <ac:chgData name="Neeraja Dusnamoni" userId="eea00d30fa9f4391" providerId="LiveId" clId="{4EF8FE2F-6D19-439B-A45C-D1AECB996010}" dt="2025-12-12T17:44:29.599" v="315"/>
          <ac:spMkLst>
            <pc:docMk/>
            <pc:sldMk cId="2165542165" sldId="286"/>
            <ac:spMk id="9" creationId="{D2F87544-14F4-1110-86E2-3E098A59D109}"/>
          </ac:spMkLst>
        </pc:spChg>
        <pc:spChg chg="add del">
          <ac:chgData name="Neeraja Dusnamoni" userId="eea00d30fa9f4391" providerId="LiveId" clId="{4EF8FE2F-6D19-439B-A45C-D1AECB996010}" dt="2025-12-12T17:44:42.143" v="317" actId="22"/>
          <ac:spMkLst>
            <pc:docMk/>
            <pc:sldMk cId="2165542165" sldId="286"/>
            <ac:spMk id="12" creationId="{8133E73A-D03E-82AF-0E1D-99DC7F47FFDB}"/>
          </ac:spMkLst>
        </pc:spChg>
        <pc:picChg chg="add mod">
          <ac:chgData name="Neeraja Dusnamoni" userId="eea00d30fa9f4391" providerId="LiveId" clId="{4EF8FE2F-6D19-439B-A45C-D1AECB996010}" dt="2025-12-12T16:37:18.699" v="153" actId="14100"/>
          <ac:picMkLst>
            <pc:docMk/>
            <pc:sldMk cId="2165542165" sldId="286"/>
            <ac:picMk id="5" creationId="{E06E90BB-438A-EF24-B217-EA32D1A8138D}"/>
          </ac:picMkLst>
        </pc:picChg>
        <pc:picChg chg="del">
          <ac:chgData name="Neeraja Dusnamoni" userId="eea00d30fa9f4391" providerId="LiveId" clId="{4EF8FE2F-6D19-439B-A45C-D1AECB996010}" dt="2025-12-12T16:35:54.721" v="129" actId="21"/>
          <ac:picMkLst>
            <pc:docMk/>
            <pc:sldMk cId="2165542165" sldId="286"/>
            <ac:picMk id="7" creationId="{502CA019-F6CB-46F4-4BC4-7423C4CF1175}"/>
          </ac:picMkLst>
        </pc:picChg>
        <pc:picChg chg="add mod">
          <ac:chgData name="Neeraja Dusnamoni" userId="eea00d30fa9f4391" providerId="LiveId" clId="{4EF8FE2F-6D19-439B-A45C-D1AECB996010}" dt="2025-12-12T16:39:07.998" v="159" actId="14100"/>
          <ac:picMkLst>
            <pc:docMk/>
            <pc:sldMk cId="2165542165" sldId="286"/>
            <ac:picMk id="8" creationId="{077832E5-C604-17C2-4FC2-4D8C80C9363E}"/>
          </ac:picMkLst>
        </pc:picChg>
        <pc:picChg chg="del">
          <ac:chgData name="Neeraja Dusnamoni" userId="eea00d30fa9f4391" providerId="LiveId" clId="{4EF8FE2F-6D19-439B-A45C-D1AECB996010}" dt="2025-12-12T16:35:57.740" v="130" actId="21"/>
          <ac:picMkLst>
            <pc:docMk/>
            <pc:sldMk cId="2165542165" sldId="286"/>
            <ac:picMk id="10" creationId="{E06E90BB-438A-EF24-B217-EA32D1A8138D}"/>
          </ac:picMkLst>
        </pc:picChg>
      </pc:sldChg>
      <pc:sldChg chg="addSp delSp modSp mod">
        <pc:chgData name="Neeraja Dusnamoni" userId="eea00d30fa9f4391" providerId="LiveId" clId="{4EF8FE2F-6D19-439B-A45C-D1AECB996010}" dt="2025-12-12T17:43:06.411" v="314" actId="14100"/>
        <pc:sldMkLst>
          <pc:docMk/>
          <pc:sldMk cId="545218577" sldId="287"/>
        </pc:sldMkLst>
        <pc:spChg chg="mod">
          <ac:chgData name="Neeraja Dusnamoni" userId="eea00d30fa9f4391" providerId="LiveId" clId="{4EF8FE2F-6D19-439B-A45C-D1AECB996010}" dt="2025-12-12T17:43:06.411" v="314" actId="14100"/>
          <ac:spMkLst>
            <pc:docMk/>
            <pc:sldMk cId="545218577" sldId="287"/>
            <ac:spMk id="3" creationId="{FAFC5034-C3B8-D657-B497-7E93F5BB3FBF}"/>
          </ac:spMkLst>
        </pc:spChg>
        <pc:spChg chg="del mod">
          <ac:chgData name="Neeraja Dusnamoni" userId="eea00d30fa9f4391" providerId="LiveId" clId="{4EF8FE2F-6D19-439B-A45C-D1AECB996010}" dt="2025-12-12T16:33:02.561" v="116" actId="21"/>
          <ac:spMkLst>
            <pc:docMk/>
            <pc:sldMk cId="545218577" sldId="287"/>
            <ac:spMk id="6" creationId="{606CED0C-1599-F8C6-8003-FBD4231DC4F4}"/>
          </ac:spMkLst>
        </pc:spChg>
        <pc:picChg chg="del">
          <ac:chgData name="Neeraja Dusnamoni" userId="eea00d30fa9f4391" providerId="LiveId" clId="{4EF8FE2F-6D19-439B-A45C-D1AECB996010}" dt="2025-12-12T16:30:46.136" v="110" actId="21"/>
          <ac:picMkLst>
            <pc:docMk/>
            <pc:sldMk cId="545218577" sldId="287"/>
            <ac:picMk id="5" creationId="{51A9659A-4C5E-E81B-5F6D-33ADEB38D1F5}"/>
          </ac:picMkLst>
        </pc:picChg>
        <pc:picChg chg="del">
          <ac:chgData name="Neeraja Dusnamoni" userId="eea00d30fa9f4391" providerId="LiveId" clId="{4EF8FE2F-6D19-439B-A45C-D1AECB996010}" dt="2025-12-12T16:30:49.074" v="111" actId="21"/>
          <ac:picMkLst>
            <pc:docMk/>
            <pc:sldMk cId="545218577" sldId="287"/>
            <ac:picMk id="7" creationId="{8C92A03F-E864-DB23-2C05-228AEE592E55}"/>
          </ac:picMkLst>
        </pc:picChg>
        <pc:picChg chg="add mod">
          <ac:chgData name="Neeraja Dusnamoni" userId="eea00d30fa9f4391" providerId="LiveId" clId="{4EF8FE2F-6D19-439B-A45C-D1AECB996010}" dt="2025-12-12T16:33:50.236" v="126" actId="14100"/>
          <ac:picMkLst>
            <pc:docMk/>
            <pc:sldMk cId="545218577" sldId="287"/>
            <ac:picMk id="8" creationId="{3D8AFDD5-DCD9-574A-985A-1E8D93576904}"/>
          </ac:picMkLst>
        </pc:picChg>
      </pc:sldChg>
      <pc:sldChg chg="addSp delSp modSp mod">
        <pc:chgData name="Neeraja Dusnamoni" userId="eea00d30fa9f4391" providerId="LiveId" clId="{4EF8FE2F-6D19-439B-A45C-D1AECB996010}" dt="2025-12-12T17:48:08.554" v="335"/>
        <pc:sldMkLst>
          <pc:docMk/>
          <pc:sldMk cId="2569037001" sldId="288"/>
        </pc:sldMkLst>
        <pc:spChg chg="mod">
          <ac:chgData name="Neeraja Dusnamoni" userId="eea00d30fa9f4391" providerId="LiveId" clId="{4EF8FE2F-6D19-439B-A45C-D1AECB996010}" dt="2025-12-12T17:48:08.554" v="335"/>
          <ac:spMkLst>
            <pc:docMk/>
            <pc:sldMk cId="2569037001" sldId="288"/>
            <ac:spMk id="3" creationId="{AB294BD2-89AF-19ED-D922-8F7B86AC0B2A}"/>
          </ac:spMkLst>
        </pc:spChg>
        <pc:picChg chg="add mod">
          <ac:chgData name="Neeraja Dusnamoni" userId="eea00d30fa9f4391" providerId="LiveId" clId="{4EF8FE2F-6D19-439B-A45C-D1AECB996010}" dt="2025-12-12T16:41:00.543" v="163"/>
          <ac:picMkLst>
            <pc:docMk/>
            <pc:sldMk cId="2569037001" sldId="288"/>
            <ac:picMk id="4" creationId="{BAD9D60A-DD9A-C86C-9236-B24703B5AE2F}"/>
          </ac:picMkLst>
        </pc:picChg>
        <pc:picChg chg="del">
          <ac:chgData name="Neeraja Dusnamoni" userId="eea00d30fa9f4391" providerId="LiveId" clId="{4EF8FE2F-6D19-439B-A45C-D1AECB996010}" dt="2025-12-12T16:40:57.395" v="162" actId="21"/>
          <ac:picMkLst>
            <pc:docMk/>
            <pc:sldMk cId="2569037001" sldId="288"/>
            <ac:picMk id="5" creationId="{BAD9D60A-DD9A-C86C-9236-B24703B5AE2F}"/>
          </ac:picMkLst>
        </pc:picChg>
        <pc:picChg chg="add mod">
          <ac:chgData name="Neeraja Dusnamoni" userId="eea00d30fa9f4391" providerId="LiveId" clId="{4EF8FE2F-6D19-439B-A45C-D1AECB996010}" dt="2025-12-12T16:41:22.850" v="168" actId="14100"/>
          <ac:picMkLst>
            <pc:docMk/>
            <pc:sldMk cId="2569037001" sldId="288"/>
            <ac:picMk id="7" creationId="{ADED5A47-341B-C3AC-D4D6-CC6E32984E2C}"/>
          </ac:picMkLst>
        </pc:picChg>
      </pc:sldChg>
      <pc:sldChg chg="del">
        <pc:chgData name="Neeraja Dusnamoni" userId="eea00d30fa9f4391" providerId="LiveId" clId="{4EF8FE2F-6D19-439B-A45C-D1AECB996010}" dt="2025-12-12T16:43:17.895" v="186" actId="47"/>
        <pc:sldMkLst>
          <pc:docMk/>
          <pc:sldMk cId="311682741" sldId="289"/>
        </pc:sldMkLst>
      </pc:sldChg>
      <pc:sldChg chg="del">
        <pc:chgData name="Neeraja Dusnamoni" userId="eea00d30fa9f4391" providerId="LiveId" clId="{4EF8FE2F-6D19-439B-A45C-D1AECB996010}" dt="2025-12-12T16:30:34.974" v="109" actId="47"/>
        <pc:sldMkLst>
          <pc:docMk/>
          <pc:sldMk cId="3101935673" sldId="290"/>
        </pc:sldMkLst>
      </pc:sldChg>
      <pc:sldChg chg="addSp delSp modSp mod">
        <pc:chgData name="Neeraja Dusnamoni" userId="eea00d30fa9f4391" providerId="LiveId" clId="{4EF8FE2F-6D19-439B-A45C-D1AECB996010}" dt="2025-12-13T02:17:59.591" v="590" actId="207"/>
        <pc:sldMkLst>
          <pc:docMk/>
          <pc:sldMk cId="3001048966" sldId="291"/>
        </pc:sldMkLst>
        <pc:spChg chg="mod">
          <ac:chgData name="Neeraja Dusnamoni" userId="eea00d30fa9f4391" providerId="LiveId" clId="{4EF8FE2F-6D19-439B-A45C-D1AECB996010}" dt="2025-12-13T02:17:59.591" v="590" actId="207"/>
          <ac:spMkLst>
            <pc:docMk/>
            <pc:sldMk cId="3001048966" sldId="291"/>
            <ac:spMk id="2" creationId="{60A58C91-CB80-51E5-1208-AE1B73EEB8A2}"/>
          </ac:spMkLst>
        </pc:spChg>
        <pc:spChg chg="del">
          <ac:chgData name="Neeraja Dusnamoni" userId="eea00d30fa9f4391" providerId="LiveId" clId="{4EF8FE2F-6D19-439B-A45C-D1AECB996010}" dt="2025-12-12T17:52:39.804" v="342"/>
          <ac:spMkLst>
            <pc:docMk/>
            <pc:sldMk cId="3001048966" sldId="291"/>
            <ac:spMk id="3" creationId="{D283DBF1-3E47-607B-963E-8DBA27486565}"/>
          </ac:spMkLst>
        </pc:spChg>
        <pc:spChg chg="add mod">
          <ac:chgData name="Neeraja Dusnamoni" userId="eea00d30fa9f4391" providerId="LiveId" clId="{4EF8FE2F-6D19-439B-A45C-D1AECB996010}" dt="2025-12-12T17:54:52.298" v="364" actId="1076"/>
          <ac:spMkLst>
            <pc:docMk/>
            <pc:sldMk cId="3001048966" sldId="291"/>
            <ac:spMk id="4" creationId="{5ED72759-758A-4A37-958F-886D261E43A3}"/>
          </ac:spMkLst>
        </pc:spChg>
        <pc:spChg chg="add">
          <ac:chgData name="Neeraja Dusnamoni" userId="eea00d30fa9f4391" providerId="LiveId" clId="{4EF8FE2F-6D19-439B-A45C-D1AECB996010}" dt="2025-12-12T17:53:17.537" v="346"/>
          <ac:spMkLst>
            <pc:docMk/>
            <pc:sldMk cId="3001048966" sldId="291"/>
            <ac:spMk id="6" creationId="{C8790F43-0BAA-10C0-C6DD-367023D2F909}"/>
          </ac:spMkLst>
        </pc:spChg>
        <pc:spChg chg="add">
          <ac:chgData name="Neeraja Dusnamoni" userId="eea00d30fa9f4391" providerId="LiveId" clId="{4EF8FE2F-6D19-439B-A45C-D1AECB996010}" dt="2025-12-12T17:53:24.185" v="349"/>
          <ac:spMkLst>
            <pc:docMk/>
            <pc:sldMk cId="3001048966" sldId="291"/>
            <ac:spMk id="7" creationId="{28C736E2-2BB6-7917-85DF-C723EF64FC12}"/>
          </ac:spMkLst>
        </pc:spChg>
        <pc:picChg chg="del">
          <ac:chgData name="Neeraja Dusnamoni" userId="eea00d30fa9f4391" providerId="LiveId" clId="{4EF8FE2F-6D19-439B-A45C-D1AECB996010}" dt="2025-12-12T17:52:37.754" v="341" actId="478"/>
          <ac:picMkLst>
            <pc:docMk/>
            <pc:sldMk cId="3001048966" sldId="291"/>
            <ac:picMk id="5" creationId="{0A640094-EBC1-88A1-228C-21C69A09A41D}"/>
          </ac:picMkLst>
        </pc:picChg>
      </pc:sldChg>
      <pc:sldChg chg="del ord">
        <pc:chgData name="Neeraja Dusnamoni" userId="eea00d30fa9f4391" providerId="LiveId" clId="{4EF8FE2F-6D19-439B-A45C-D1AECB996010}" dt="2025-12-12T16:43:45.368" v="190" actId="47"/>
        <pc:sldMkLst>
          <pc:docMk/>
          <pc:sldMk cId="2032520980" sldId="292"/>
        </pc:sldMkLst>
      </pc:sldChg>
      <pc:sldChg chg="del">
        <pc:chgData name="Neeraja Dusnamoni" userId="eea00d30fa9f4391" providerId="LiveId" clId="{4EF8FE2F-6D19-439B-A45C-D1AECB996010}" dt="2025-12-12T16:43:31.917" v="187" actId="47"/>
        <pc:sldMkLst>
          <pc:docMk/>
          <pc:sldMk cId="272448804" sldId="293"/>
        </pc:sldMkLst>
      </pc:sldChg>
      <pc:sldChg chg="modSp mod">
        <pc:chgData name="Neeraja Dusnamoni" userId="eea00d30fa9f4391" providerId="LiveId" clId="{4EF8FE2F-6D19-439B-A45C-D1AECB996010}" dt="2025-12-13T02:11:10.452" v="525" actId="14100"/>
        <pc:sldMkLst>
          <pc:docMk/>
          <pc:sldMk cId="644166850" sldId="294"/>
        </pc:sldMkLst>
        <pc:spChg chg="mod">
          <ac:chgData name="Neeraja Dusnamoni" userId="eea00d30fa9f4391" providerId="LiveId" clId="{4EF8FE2F-6D19-439B-A45C-D1AECB996010}" dt="2025-12-13T02:11:10.452" v="525" actId="14100"/>
          <ac:spMkLst>
            <pc:docMk/>
            <pc:sldMk cId="644166850" sldId="294"/>
            <ac:spMk id="2" creationId="{6DEB8328-5866-B9B3-5A38-54EA60D3739A}"/>
          </ac:spMkLst>
        </pc:spChg>
      </pc:sldChg>
      <pc:sldChg chg="addSp delSp modSp mod">
        <pc:chgData name="Neeraja Dusnamoni" userId="eea00d30fa9f4391" providerId="LiveId" clId="{4EF8FE2F-6D19-439B-A45C-D1AECB996010}" dt="2025-12-12T15:57:56.416" v="7" actId="14100"/>
        <pc:sldMkLst>
          <pc:docMk/>
          <pc:sldMk cId="4094404196" sldId="296"/>
        </pc:sldMkLst>
        <pc:spChg chg="del">
          <ac:chgData name="Neeraja Dusnamoni" userId="eea00d30fa9f4391" providerId="LiveId" clId="{4EF8FE2F-6D19-439B-A45C-D1AECB996010}" dt="2025-12-12T15:57:52.003" v="6" actId="21"/>
          <ac:spMkLst>
            <pc:docMk/>
            <pc:sldMk cId="4094404196" sldId="296"/>
            <ac:spMk id="2" creationId="{E03DB181-26A2-DD23-B243-E15424C7C89D}"/>
          </ac:spMkLst>
        </pc:spChg>
        <pc:picChg chg="add mod">
          <ac:chgData name="Neeraja Dusnamoni" userId="eea00d30fa9f4391" providerId="LiveId" clId="{4EF8FE2F-6D19-439B-A45C-D1AECB996010}" dt="2025-12-12T15:57:56.416" v="7" actId="14100"/>
          <ac:picMkLst>
            <pc:docMk/>
            <pc:sldMk cId="4094404196" sldId="296"/>
            <ac:picMk id="5" creationId="{67CCE23D-8B4B-D1D6-5C40-25AF8BD0761C}"/>
          </ac:picMkLst>
        </pc:picChg>
      </pc:sldChg>
      <pc:sldChg chg="addSp modSp add mod">
        <pc:chgData name="Neeraja Dusnamoni" userId="eea00d30fa9f4391" providerId="LiveId" clId="{4EF8FE2F-6D19-439B-A45C-D1AECB996010}" dt="2025-12-12T17:39:27.331" v="297" actId="14100"/>
        <pc:sldMkLst>
          <pc:docMk/>
          <pc:sldMk cId="2454110074" sldId="297"/>
        </pc:sldMkLst>
        <pc:spChg chg="mod">
          <ac:chgData name="Neeraja Dusnamoni" userId="eea00d30fa9f4391" providerId="LiveId" clId="{4EF8FE2F-6D19-439B-A45C-D1AECB996010}" dt="2025-12-12T17:38:10.884" v="288" actId="14100"/>
          <ac:spMkLst>
            <pc:docMk/>
            <pc:sldMk cId="2454110074" sldId="297"/>
            <ac:spMk id="2" creationId="{E6879EF1-89DE-EA22-25B9-BB5BD32D596A}"/>
          </ac:spMkLst>
        </pc:spChg>
        <pc:spChg chg="mod">
          <ac:chgData name="Neeraja Dusnamoni" userId="eea00d30fa9f4391" providerId="LiveId" clId="{4EF8FE2F-6D19-439B-A45C-D1AECB996010}" dt="2025-12-12T17:39:27.331" v="297" actId="14100"/>
          <ac:spMkLst>
            <pc:docMk/>
            <pc:sldMk cId="2454110074" sldId="297"/>
            <ac:spMk id="7" creationId="{93A0BF77-2688-F565-48F6-FC572102F19E}"/>
          </ac:spMkLst>
        </pc:spChg>
        <pc:spChg chg="add">
          <ac:chgData name="Neeraja Dusnamoni" userId="eea00d30fa9f4391" providerId="LiveId" clId="{4EF8FE2F-6D19-439B-A45C-D1AECB996010}" dt="2025-12-12T17:38:50.082" v="291"/>
          <ac:spMkLst>
            <pc:docMk/>
            <pc:sldMk cId="2454110074" sldId="297"/>
            <ac:spMk id="8" creationId="{F46A859D-48F4-8791-C796-6BA466095A47}"/>
          </ac:spMkLst>
        </pc:spChg>
        <pc:picChg chg="add mod">
          <ac:chgData name="Neeraja Dusnamoni" userId="eea00d30fa9f4391" providerId="LiveId" clId="{4EF8FE2F-6D19-439B-A45C-D1AECB996010}" dt="2025-12-12T17:37:53.553" v="284" actId="1076"/>
          <ac:picMkLst>
            <pc:docMk/>
            <pc:sldMk cId="2454110074" sldId="297"/>
            <ac:picMk id="4" creationId="{BC89488A-B0FE-CAA0-1057-94FF1E9798CE}"/>
          </ac:picMkLst>
        </pc:picChg>
        <pc:picChg chg="add mod">
          <ac:chgData name="Neeraja Dusnamoni" userId="eea00d30fa9f4391" providerId="LiveId" clId="{4EF8FE2F-6D19-439B-A45C-D1AECB996010}" dt="2025-12-12T16:24:18.800" v="82" actId="14100"/>
          <ac:picMkLst>
            <pc:docMk/>
            <pc:sldMk cId="2454110074" sldId="297"/>
            <ac:picMk id="6" creationId="{F0773C53-A718-591A-7F34-28E659982625}"/>
          </ac:picMkLst>
        </pc:picChg>
      </pc:sldChg>
      <pc:sldChg chg="delSp add del mod">
        <pc:chgData name="Neeraja Dusnamoni" userId="eea00d30fa9f4391" providerId="LiveId" clId="{4EF8FE2F-6D19-439B-A45C-D1AECB996010}" dt="2025-12-12T16:21:31.693" v="54" actId="2696"/>
        <pc:sldMkLst>
          <pc:docMk/>
          <pc:sldMk cId="3372629610" sldId="297"/>
        </pc:sldMkLst>
        <pc:picChg chg="del">
          <ac:chgData name="Neeraja Dusnamoni" userId="eea00d30fa9f4391" providerId="LiveId" clId="{4EF8FE2F-6D19-439B-A45C-D1AECB996010}" dt="2025-12-12T16:12:01.664" v="16" actId="21"/>
          <ac:picMkLst>
            <pc:docMk/>
            <pc:sldMk cId="3372629610" sldId="297"/>
            <ac:picMk id="5" creationId="{53535F05-8877-19A7-B504-F176C808B8D0}"/>
          </ac:picMkLst>
        </pc:picChg>
        <pc:picChg chg="del">
          <ac:chgData name="Neeraja Dusnamoni" userId="eea00d30fa9f4391" providerId="LiveId" clId="{4EF8FE2F-6D19-439B-A45C-D1AECB996010}" dt="2025-12-12T16:12:04.770" v="17" actId="21"/>
          <ac:picMkLst>
            <pc:docMk/>
            <pc:sldMk cId="3372629610" sldId="297"/>
            <ac:picMk id="6" creationId="{6467DBD4-5682-9C9D-71EF-CFED02C99CA1}"/>
          </ac:picMkLst>
        </pc:picChg>
      </pc:sldChg>
      <pc:sldChg chg="modSp new mod">
        <pc:chgData name="Neeraja Dusnamoni" userId="eea00d30fa9f4391" providerId="LiveId" clId="{4EF8FE2F-6D19-439B-A45C-D1AECB996010}" dt="2025-12-13T02:18:06.300" v="591" actId="207"/>
        <pc:sldMkLst>
          <pc:docMk/>
          <pc:sldMk cId="2685681158" sldId="298"/>
        </pc:sldMkLst>
        <pc:spChg chg="mod">
          <ac:chgData name="Neeraja Dusnamoni" userId="eea00d30fa9f4391" providerId="LiveId" clId="{4EF8FE2F-6D19-439B-A45C-D1AECB996010}" dt="2025-12-13T02:18:06.300" v="591" actId="207"/>
          <ac:spMkLst>
            <pc:docMk/>
            <pc:sldMk cId="2685681158" sldId="298"/>
            <ac:spMk id="2" creationId="{E826C0CA-CFCA-4752-7358-BFF0F2EE6EBD}"/>
          </ac:spMkLst>
        </pc:spChg>
        <pc:spChg chg="mod">
          <ac:chgData name="Neeraja Dusnamoni" userId="eea00d30fa9f4391" providerId="LiveId" clId="{4EF8FE2F-6D19-439B-A45C-D1AECB996010}" dt="2025-12-12T16:54:52.595" v="225" actId="12"/>
          <ac:spMkLst>
            <pc:docMk/>
            <pc:sldMk cId="2685681158" sldId="298"/>
            <ac:spMk id="3" creationId="{96A1518B-E865-8E32-8053-2D7BB4426B7E}"/>
          </ac:spMkLst>
        </pc:spChg>
      </pc:sldChg>
      <pc:sldChg chg="addSp delSp modSp new mod">
        <pc:chgData name="Neeraja Dusnamoni" userId="eea00d30fa9f4391" providerId="LiveId" clId="{4EF8FE2F-6D19-439B-A45C-D1AECB996010}" dt="2025-12-13T04:37:32.446" v="604" actId="20577"/>
        <pc:sldMkLst>
          <pc:docMk/>
          <pc:sldMk cId="1412848272" sldId="299"/>
        </pc:sldMkLst>
        <pc:spChg chg="mod">
          <ac:chgData name="Neeraja Dusnamoni" userId="eea00d30fa9f4391" providerId="LiveId" clId="{4EF8FE2F-6D19-439B-A45C-D1AECB996010}" dt="2025-12-12T17:58:40.998" v="378" actId="20577"/>
          <ac:spMkLst>
            <pc:docMk/>
            <pc:sldMk cId="1412848272" sldId="299"/>
            <ac:spMk id="2" creationId="{3F376846-56C6-4537-C4D3-68D1B97C66E4}"/>
          </ac:spMkLst>
        </pc:spChg>
        <pc:spChg chg="del">
          <ac:chgData name="Neeraja Dusnamoni" userId="eea00d30fa9f4391" providerId="LiveId" clId="{4EF8FE2F-6D19-439B-A45C-D1AECB996010}" dt="2025-12-12T17:58:10.740" v="367"/>
          <ac:spMkLst>
            <pc:docMk/>
            <pc:sldMk cId="1412848272" sldId="299"/>
            <ac:spMk id="3" creationId="{41D0F12C-B2CD-D3C6-2E97-E8B38292CC50}"/>
          </ac:spMkLst>
        </pc:spChg>
        <pc:spChg chg="add mod">
          <ac:chgData name="Neeraja Dusnamoni" userId="eea00d30fa9f4391" providerId="LiveId" clId="{4EF8FE2F-6D19-439B-A45C-D1AECB996010}" dt="2025-12-13T04:37:32.446" v="604" actId="20577"/>
          <ac:spMkLst>
            <pc:docMk/>
            <pc:sldMk cId="1412848272" sldId="299"/>
            <ac:spMk id="4" creationId="{24E6ECA7-5762-EEBA-CEB4-E5618FD5D76C}"/>
          </ac:spMkLst>
        </pc:spChg>
      </pc:sldChg>
      <pc:sldChg chg="modSp new mod">
        <pc:chgData name="Neeraja Dusnamoni" userId="eea00d30fa9f4391" providerId="LiveId" clId="{4EF8FE2F-6D19-439B-A45C-D1AECB996010}" dt="2025-12-13T01:57:00.086" v="404" actId="1076"/>
        <pc:sldMkLst>
          <pc:docMk/>
          <pc:sldMk cId="2138301148" sldId="300"/>
        </pc:sldMkLst>
        <pc:spChg chg="mod">
          <ac:chgData name="Neeraja Dusnamoni" userId="eea00d30fa9f4391" providerId="LiveId" clId="{4EF8FE2F-6D19-439B-A45C-D1AECB996010}" dt="2025-12-13T01:56:31.771" v="396" actId="14100"/>
          <ac:spMkLst>
            <pc:docMk/>
            <pc:sldMk cId="2138301148" sldId="300"/>
            <ac:spMk id="2" creationId="{D029C4EB-DFFB-D545-61AC-DCBAB9B395B6}"/>
          </ac:spMkLst>
        </pc:spChg>
        <pc:spChg chg="mod">
          <ac:chgData name="Neeraja Dusnamoni" userId="eea00d30fa9f4391" providerId="LiveId" clId="{4EF8FE2F-6D19-439B-A45C-D1AECB996010}" dt="2025-12-13T01:57:00.086" v="404" actId="1076"/>
          <ac:spMkLst>
            <pc:docMk/>
            <pc:sldMk cId="2138301148" sldId="300"/>
            <ac:spMk id="3" creationId="{E3F0A1E6-B867-F63F-C29C-1D9C56423AB4}"/>
          </ac:spMkLst>
        </pc:spChg>
      </pc:sldChg>
      <pc:sldChg chg="addSp delSp modSp add mod">
        <pc:chgData name="Neeraja Dusnamoni" userId="eea00d30fa9f4391" providerId="LiveId" clId="{4EF8FE2F-6D19-439B-A45C-D1AECB996010}" dt="2025-12-13T02:03:05.667" v="465" actId="1076"/>
        <pc:sldMkLst>
          <pc:docMk/>
          <pc:sldMk cId="3150501124" sldId="301"/>
        </pc:sldMkLst>
        <pc:spChg chg="mod">
          <ac:chgData name="Neeraja Dusnamoni" userId="eea00d30fa9f4391" providerId="LiveId" clId="{4EF8FE2F-6D19-439B-A45C-D1AECB996010}" dt="2025-12-13T02:01:01.680" v="433" actId="14100"/>
          <ac:spMkLst>
            <pc:docMk/>
            <pc:sldMk cId="3150501124" sldId="301"/>
            <ac:spMk id="2" creationId="{4CDC9359-7108-CCDD-7263-0D31305AE205}"/>
          </ac:spMkLst>
        </pc:spChg>
        <pc:spChg chg="del">
          <ac:chgData name="Neeraja Dusnamoni" userId="eea00d30fa9f4391" providerId="LiveId" clId="{4EF8FE2F-6D19-439B-A45C-D1AECB996010}" dt="2025-12-13T02:01:18.743" v="434"/>
          <ac:spMkLst>
            <pc:docMk/>
            <pc:sldMk cId="3150501124" sldId="301"/>
            <ac:spMk id="3" creationId="{F371DBAC-EA47-58E2-E6B8-B1E3A1557462}"/>
          </ac:spMkLst>
        </pc:spChg>
        <pc:spChg chg="add mod">
          <ac:chgData name="Neeraja Dusnamoni" userId="eea00d30fa9f4391" providerId="LiveId" clId="{4EF8FE2F-6D19-439B-A45C-D1AECB996010}" dt="2025-12-13T02:03:05.667" v="465" actId="1076"/>
          <ac:spMkLst>
            <pc:docMk/>
            <pc:sldMk cId="3150501124" sldId="301"/>
            <ac:spMk id="4" creationId="{5A0FEB43-3F68-06E1-A2B8-726B4A251E4E}"/>
          </ac:spMkLst>
        </pc:spChg>
      </pc:sldChg>
      <pc:sldChg chg="modSp add mod">
        <pc:chgData name="Neeraja Dusnamoni" userId="eea00d30fa9f4391" providerId="LiveId" clId="{4EF8FE2F-6D19-439B-A45C-D1AECB996010}" dt="2025-12-13T02:04:48.079" v="475" actId="20577"/>
        <pc:sldMkLst>
          <pc:docMk/>
          <pc:sldMk cId="4004248002" sldId="302"/>
        </pc:sldMkLst>
        <pc:spChg chg="mod">
          <ac:chgData name="Neeraja Dusnamoni" userId="eea00d30fa9f4391" providerId="LiveId" clId="{4EF8FE2F-6D19-439B-A45C-D1AECB996010}" dt="2025-12-13T02:04:11.792" v="470" actId="14100"/>
          <ac:spMkLst>
            <pc:docMk/>
            <pc:sldMk cId="4004248002" sldId="302"/>
            <ac:spMk id="2" creationId="{CC825ED1-A9BF-9686-DF9B-E14ACD9D10D8}"/>
          </ac:spMkLst>
        </pc:spChg>
        <pc:spChg chg="mod">
          <ac:chgData name="Neeraja Dusnamoni" userId="eea00d30fa9f4391" providerId="LiveId" clId="{4EF8FE2F-6D19-439B-A45C-D1AECB996010}" dt="2025-12-13T02:04:48.079" v="475" actId="20577"/>
          <ac:spMkLst>
            <pc:docMk/>
            <pc:sldMk cId="4004248002" sldId="302"/>
            <ac:spMk id="3" creationId="{FE056994-4C7A-174F-16FE-550133125820}"/>
          </ac:spMkLst>
        </pc:spChg>
      </pc:sldChg>
      <pc:sldChg chg="modSp add mod">
        <pc:chgData name="Neeraja Dusnamoni" userId="eea00d30fa9f4391" providerId="LiveId" clId="{4EF8FE2F-6D19-439B-A45C-D1AECB996010}" dt="2025-12-13T01:59:49.828" v="424" actId="1076"/>
        <pc:sldMkLst>
          <pc:docMk/>
          <pc:sldMk cId="2183118295" sldId="303"/>
        </pc:sldMkLst>
        <pc:spChg chg="mod">
          <ac:chgData name="Neeraja Dusnamoni" userId="eea00d30fa9f4391" providerId="LiveId" clId="{4EF8FE2F-6D19-439B-A45C-D1AECB996010}" dt="2025-12-13T01:59:17.221" v="416" actId="14100"/>
          <ac:spMkLst>
            <pc:docMk/>
            <pc:sldMk cId="2183118295" sldId="303"/>
            <ac:spMk id="2" creationId="{48A05BC0-73FC-2F0A-B9A6-CFC3F253FF10}"/>
          </ac:spMkLst>
        </pc:spChg>
        <pc:spChg chg="mod">
          <ac:chgData name="Neeraja Dusnamoni" userId="eea00d30fa9f4391" providerId="LiveId" clId="{4EF8FE2F-6D19-439B-A45C-D1AECB996010}" dt="2025-12-13T01:59:49.828" v="424" actId="1076"/>
          <ac:spMkLst>
            <pc:docMk/>
            <pc:sldMk cId="2183118295" sldId="303"/>
            <ac:spMk id="3" creationId="{FE75A00C-727B-FE25-31CB-C65BD05BAC1A}"/>
          </ac:spMkLst>
        </pc:spChg>
      </pc:sldChg>
      <pc:sldChg chg="addSp delSp modSp new mod">
        <pc:chgData name="Neeraja Dusnamoni" userId="eea00d30fa9f4391" providerId="LiveId" clId="{4EF8FE2F-6D19-439B-A45C-D1AECB996010}" dt="2025-12-13T02:07:28.365" v="493" actId="1076"/>
        <pc:sldMkLst>
          <pc:docMk/>
          <pc:sldMk cId="1010987510" sldId="304"/>
        </pc:sldMkLst>
        <pc:spChg chg="mod">
          <ac:chgData name="Neeraja Dusnamoni" userId="eea00d30fa9f4391" providerId="LiveId" clId="{4EF8FE2F-6D19-439B-A45C-D1AECB996010}" dt="2025-12-13T02:06:11.670" v="481" actId="14100"/>
          <ac:spMkLst>
            <pc:docMk/>
            <pc:sldMk cId="1010987510" sldId="304"/>
            <ac:spMk id="2" creationId="{A5288CF1-7A97-941E-9BA8-4D057E3B5F4A}"/>
          </ac:spMkLst>
        </pc:spChg>
        <pc:spChg chg="del">
          <ac:chgData name="Neeraja Dusnamoni" userId="eea00d30fa9f4391" providerId="LiveId" clId="{4EF8FE2F-6D19-439B-A45C-D1AECB996010}" dt="2025-12-13T02:06:23.852" v="482"/>
          <ac:spMkLst>
            <pc:docMk/>
            <pc:sldMk cId="1010987510" sldId="304"/>
            <ac:spMk id="3" creationId="{F53BFD75-87E2-F2D1-D73E-D41CF27B3549}"/>
          </ac:spMkLst>
        </pc:spChg>
        <pc:spChg chg="add mod">
          <ac:chgData name="Neeraja Dusnamoni" userId="eea00d30fa9f4391" providerId="LiveId" clId="{4EF8FE2F-6D19-439B-A45C-D1AECB996010}" dt="2025-12-13T02:07:28.365" v="493" actId="1076"/>
          <ac:spMkLst>
            <pc:docMk/>
            <pc:sldMk cId="1010987510" sldId="304"/>
            <ac:spMk id="4" creationId="{5CC87A6F-2D48-7B50-CEC8-89A6ACD7B374}"/>
          </ac:spMkLst>
        </pc:spChg>
      </pc:sldChg>
      <pc:sldChg chg="modSp new mod">
        <pc:chgData name="Neeraja Dusnamoni" userId="eea00d30fa9f4391" providerId="LiveId" clId="{4EF8FE2F-6D19-439B-A45C-D1AECB996010}" dt="2025-12-13T02:15:55.317" v="572" actId="403"/>
        <pc:sldMkLst>
          <pc:docMk/>
          <pc:sldMk cId="2890293459" sldId="305"/>
        </pc:sldMkLst>
        <pc:spChg chg="mod">
          <ac:chgData name="Neeraja Dusnamoni" userId="eea00d30fa9f4391" providerId="LiveId" clId="{4EF8FE2F-6D19-439B-A45C-D1AECB996010}" dt="2025-12-13T02:13:50.812" v="550" actId="14100"/>
          <ac:spMkLst>
            <pc:docMk/>
            <pc:sldMk cId="2890293459" sldId="305"/>
            <ac:spMk id="2" creationId="{0BF5CCE7-E0AF-4215-1A2E-1AB8A1509873}"/>
          </ac:spMkLst>
        </pc:spChg>
        <pc:spChg chg="mod">
          <ac:chgData name="Neeraja Dusnamoni" userId="eea00d30fa9f4391" providerId="LiveId" clId="{4EF8FE2F-6D19-439B-A45C-D1AECB996010}" dt="2025-12-13T02:15:55.317" v="572" actId="403"/>
          <ac:spMkLst>
            <pc:docMk/>
            <pc:sldMk cId="2890293459" sldId="305"/>
            <ac:spMk id="3" creationId="{69B768C1-CA1C-3B96-8EDC-86C30424559B}"/>
          </ac:spMkLst>
        </pc:spChg>
      </pc:sldChg>
      <pc:sldChg chg="new del">
        <pc:chgData name="Neeraja Dusnamoni" userId="eea00d30fa9f4391" providerId="LiveId" clId="{4EF8FE2F-6D19-439B-A45C-D1AECB996010}" dt="2025-12-13T02:07:55.180" v="495" actId="47"/>
        <pc:sldMkLst>
          <pc:docMk/>
          <pc:sldMk cId="3195149320" sldId="305"/>
        </pc:sldMkLst>
      </pc:sldChg>
      <pc:sldChg chg="addSp delSp modSp new mod">
        <pc:chgData name="Neeraja Dusnamoni" userId="eea00d30fa9f4391" providerId="LiveId" clId="{4EF8FE2F-6D19-439B-A45C-D1AECB996010}" dt="2025-12-13T02:16:19.141" v="577" actId="403"/>
        <pc:sldMkLst>
          <pc:docMk/>
          <pc:sldMk cId="1457663376" sldId="306"/>
        </pc:sldMkLst>
        <pc:spChg chg="del">
          <ac:chgData name="Neeraja Dusnamoni" userId="eea00d30fa9f4391" providerId="LiveId" clId="{4EF8FE2F-6D19-439B-A45C-D1AECB996010}" dt="2025-12-13T02:14:54.228" v="559" actId="21"/>
          <ac:spMkLst>
            <pc:docMk/>
            <pc:sldMk cId="1457663376" sldId="306"/>
            <ac:spMk id="2" creationId="{6B220513-080F-01C3-7983-258BB5F61C1C}"/>
          </ac:spMkLst>
        </pc:spChg>
        <pc:spChg chg="add del mod">
          <ac:chgData name="Neeraja Dusnamoni" userId="eea00d30fa9f4391" providerId="LiveId" clId="{4EF8FE2F-6D19-439B-A45C-D1AECB996010}" dt="2025-12-13T02:16:19.141" v="577" actId="403"/>
          <ac:spMkLst>
            <pc:docMk/>
            <pc:sldMk cId="1457663376" sldId="306"/>
            <ac:spMk id="3" creationId="{1BB33110-1A82-872B-7687-ED9655519720}"/>
          </ac:spMkLst>
        </pc:spChg>
        <pc:spChg chg="add mod">
          <ac:chgData name="Neeraja Dusnamoni" userId="eea00d30fa9f4391" providerId="LiveId" clId="{4EF8FE2F-6D19-439B-A45C-D1AECB996010}" dt="2025-12-13T02:15:04.543" v="561"/>
          <ac:spMkLst>
            <pc:docMk/>
            <pc:sldMk cId="1457663376" sldId="306"/>
            <ac:spMk id="4" creationId="{366550F6-C08F-0E2F-2E8C-61DD53A5CA22}"/>
          </ac:spMkLst>
        </pc:spChg>
      </pc:sldChg>
      <pc:sldChg chg="addSp delSp modSp new mod">
        <pc:chgData name="Neeraja Dusnamoni" userId="eea00d30fa9f4391" providerId="LiveId" clId="{4EF8FE2F-6D19-439B-A45C-D1AECB996010}" dt="2025-12-13T02:19:47.237" v="601" actId="1076"/>
        <pc:sldMkLst>
          <pc:docMk/>
          <pc:sldMk cId="3845781688" sldId="307"/>
        </pc:sldMkLst>
        <pc:spChg chg="mod">
          <ac:chgData name="Neeraja Dusnamoni" userId="eea00d30fa9f4391" providerId="LiveId" clId="{4EF8FE2F-6D19-439B-A45C-D1AECB996010}" dt="2025-12-13T02:17:49.638" v="588" actId="14100"/>
          <ac:spMkLst>
            <pc:docMk/>
            <pc:sldMk cId="3845781688" sldId="307"/>
            <ac:spMk id="2" creationId="{2EFE8CDE-FC96-F26A-AEF3-8C3D066D68FE}"/>
          </ac:spMkLst>
        </pc:spChg>
        <pc:spChg chg="del">
          <ac:chgData name="Neeraja Dusnamoni" userId="eea00d30fa9f4391" providerId="LiveId" clId="{4EF8FE2F-6D19-439B-A45C-D1AECB996010}" dt="2025-12-13T02:18:58.436" v="592"/>
          <ac:spMkLst>
            <pc:docMk/>
            <pc:sldMk cId="3845781688" sldId="307"/>
            <ac:spMk id="3" creationId="{B08D6DCE-C120-E33B-6AA9-7689BA130A01}"/>
          </ac:spMkLst>
        </pc:spChg>
        <pc:spChg chg="add mod">
          <ac:chgData name="Neeraja Dusnamoni" userId="eea00d30fa9f4391" providerId="LiveId" clId="{4EF8FE2F-6D19-439B-A45C-D1AECB996010}" dt="2025-12-13T02:19:47.237" v="601" actId="1076"/>
          <ac:spMkLst>
            <pc:docMk/>
            <pc:sldMk cId="3845781688" sldId="307"/>
            <ac:spMk id="4" creationId="{87E306D5-66E7-4352-2661-70F0588C6606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4D139D3-75EB-4D6C-A2DA-8405B21CD892}" type="datetimeFigureOut">
              <a:rPr lang="en-IN" smtClean="0"/>
              <a:t>13-12-2025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A39C3E-5623-4461-A9BF-46625774AFE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05616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14232" y="6184984"/>
            <a:ext cx="3225396" cy="60952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466516" y="1850749"/>
            <a:ext cx="4465643" cy="283431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814232" y="6184984"/>
            <a:ext cx="3225396" cy="609523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9284524" cy="2125254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814232" y="6184984"/>
            <a:ext cx="3225396" cy="609523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81497" y="290587"/>
            <a:ext cx="8630920" cy="6959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C49CC2-44C8-124A-FC6F-C555162BA25B}"/>
              </a:ext>
            </a:extLst>
          </p:cNvPr>
          <p:cNvSpPr txBox="1"/>
          <p:nvPr/>
        </p:nvSpPr>
        <p:spPr>
          <a:xfrm>
            <a:off x="1752600" y="2967335"/>
            <a:ext cx="7696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Television_Market_Analysis_Flipkart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5B9D725-636D-0058-086E-C5BBB206F866}"/>
              </a:ext>
            </a:extLst>
          </p:cNvPr>
          <p:cNvSpPr txBox="1"/>
          <p:nvPr/>
        </p:nvSpPr>
        <p:spPr>
          <a:xfrm>
            <a:off x="838200" y="4724400"/>
            <a:ext cx="37338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 rtl="0">
              <a:buClr>
                <a:srgbClr val="000000"/>
              </a:buClr>
              <a:buSzPts val="1800"/>
            </a:pPr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  <a:sym typeface="Calibri"/>
              </a:rPr>
              <a:t>Vishnu </a:t>
            </a:r>
            <a:r>
              <a:rPr lang="en-IN" sz="1800" b="1" dirty="0" err="1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  <a:sym typeface="Calibri"/>
              </a:rPr>
              <a:t>Priya.</a:t>
            </a:r>
            <a:r>
              <a:rPr lang="en-IN" b="1" dirty="0" err="1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  <a:sym typeface="Calibri"/>
              </a:rPr>
              <a:t>G</a:t>
            </a:r>
            <a:endParaRPr lang="en-IN" sz="1800" b="1" dirty="0">
              <a:solidFill>
                <a:schemeClr val="tx1">
                  <a:lumMod val="95000"/>
                  <a:lumOff val="5000"/>
                </a:schemeClr>
              </a:solidFill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  <a:sym typeface="Calibri"/>
              </a:rPr>
              <a:t>Neeraja. D</a:t>
            </a:r>
          </a:p>
          <a:p>
            <a:pPr algn="l" rtl="0">
              <a:buClr>
                <a:srgbClr val="000000"/>
              </a:buClr>
              <a:buSzPts val="1800"/>
            </a:pPr>
            <a:r>
              <a:rPr lang="en-IN" sz="1800" b="1" dirty="0">
                <a:solidFill>
                  <a:schemeClr val="tx1"/>
                </a:solidFill>
                <a:ea typeface="Calibri"/>
                <a:cs typeface="Calibri"/>
                <a:sym typeface="Calibri"/>
              </a:rPr>
              <a:t>Akanksha</a:t>
            </a:r>
            <a:r>
              <a:rPr lang="en-IN" sz="1800" b="1" dirty="0">
                <a:solidFill>
                  <a:schemeClr val="tx1">
                    <a:lumMod val="95000"/>
                    <a:lumOff val="5000"/>
                  </a:schemeClr>
                </a:solidFill>
                <a:ea typeface="Calibri"/>
                <a:cs typeface="Calibri"/>
                <a:sym typeface="Calibri"/>
              </a:rPr>
              <a:t>. A</a:t>
            </a:r>
            <a:endParaRPr lang="en-IN" b="1" dirty="0"/>
          </a:p>
          <a:p>
            <a:r>
              <a:rPr lang="en-IN" b="1" dirty="0"/>
              <a:t>Batch no.438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376846-56C6-4537-C4D3-68D1B97C66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380999"/>
            <a:ext cx="10363201" cy="677108"/>
          </a:xfrm>
        </p:spPr>
        <p:txBody>
          <a:bodyPr/>
          <a:lstStyle/>
          <a:p>
            <a:r>
              <a:rPr lang="en-US" dirty="0"/>
              <a:t>Agenda</a:t>
            </a:r>
            <a:endParaRPr lang="en-IN" dirty="0"/>
          </a:p>
        </p:txBody>
      </p:sp>
      <p:sp>
        <p:nvSpPr>
          <p:cNvPr id="4" name="Google Shape;111;p4">
            <a:extLst>
              <a:ext uri="{FF2B5EF4-FFF2-40B4-BE49-F238E27FC236}">
                <a16:creationId xmlns:a16="http://schemas.microsoft.com/office/drawing/2014/main" id="{24E6ECA7-5762-EEBA-CEB4-E5618FD5D7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09600" y="1447800"/>
            <a:ext cx="10972800" cy="46558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55000" lnSpcReduction="2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429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 dirty="0"/>
              <a:t>Use case domain understanding</a:t>
            </a: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endParaRPr lang="en-IN" b="1" dirty="0"/>
          </a:p>
          <a:p>
            <a:pPr marL="228600" lvl="0" indent="-228600">
              <a:spcBef>
                <a:spcPts val="0"/>
              </a:spcBef>
              <a:buSzPct val="100000"/>
            </a:pPr>
            <a:r>
              <a:rPr lang="en-IN" b="1" dirty="0"/>
              <a:t>Business Problem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 dirty="0"/>
              <a:t>Objective of the Project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 dirty="0"/>
              <a:t>Web Scraping – Details </a:t>
            </a:r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 dirty="0"/>
              <a:t>Process  followed</a:t>
            </a:r>
          </a:p>
          <a:p>
            <a:pPr marL="228600" lvl="0" indent="-228600">
              <a:buSzPct val="100000"/>
            </a:pPr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endParaRPr b="1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ct val="100000"/>
              <a:buChar char="•"/>
            </a:pPr>
            <a:r>
              <a:rPr lang="en-IN" b="1" u="sng" dirty="0">
                <a:solidFill>
                  <a:srgbClr val="FF0000"/>
                </a:solidFill>
              </a:rPr>
              <a:t>Exploratory Data Analysis: </a:t>
            </a:r>
            <a:endParaRPr lang="en-IN" b="1" i="1" dirty="0"/>
          </a:p>
          <a:p>
            <a:pPr lvl="0" indent="-45720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 panose="020B0604020202020204" pitchFamily="34" charset="0"/>
              <a:buChar char="•"/>
            </a:pPr>
            <a:r>
              <a:rPr lang="en-IN" b="1" i="1" dirty="0"/>
              <a:t>Data Cleaning Steps  </a:t>
            </a:r>
            <a:endParaRPr lang="en-IN" dirty="0"/>
          </a:p>
          <a:p>
            <a:pPr indent="-457200" algn="just">
              <a:buSzPct val="100000"/>
            </a:pPr>
            <a:r>
              <a:rPr lang="en-IN" b="1" i="1" dirty="0"/>
              <a:t>Data Manipulation Steps</a:t>
            </a:r>
            <a:endParaRPr dirty="0"/>
          </a:p>
          <a:p>
            <a:pPr indent="-457200" algn="just">
              <a:buSzPct val="100000"/>
            </a:pPr>
            <a:r>
              <a:rPr lang="en-IN" b="1" i="1" dirty="0"/>
              <a:t>Univariate Analysis  Steps</a:t>
            </a:r>
            <a:endParaRPr dirty="0"/>
          </a:p>
          <a:p>
            <a:pPr indent="-457200" algn="just">
              <a:buSzPct val="100000"/>
            </a:pPr>
            <a:r>
              <a:rPr lang="en-IN" b="1" i="1" dirty="0"/>
              <a:t>Bivariate Analysis  Steps </a:t>
            </a:r>
          </a:p>
          <a:p>
            <a:pPr indent="-457200" algn="just">
              <a:buSzPct val="100000"/>
            </a:pPr>
            <a:endParaRPr b="1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 dirty="0"/>
              <a:t>Key Business Question  </a:t>
            </a:r>
          </a:p>
          <a:p>
            <a:pPr marL="228600" lvl="0" indent="-228600">
              <a:buSzPct val="100000"/>
            </a:pPr>
            <a:r>
              <a:rPr lang="en-IN" b="1" dirty="0"/>
              <a:t>Summary</a:t>
            </a:r>
            <a:endParaRPr lang="en-IN"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 dirty="0"/>
              <a:t>Conclusion</a:t>
            </a:r>
            <a:endParaRPr dirty="0"/>
          </a:p>
          <a:p>
            <a:pPr marL="22860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IN" b="1" dirty="0"/>
              <a:t>Challenges working on Web Scraping 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128482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29C4EB-DFFB-D545-61AC-DCBAB9B39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90587"/>
            <a:ext cx="10972800" cy="852413"/>
          </a:xfrm>
        </p:spPr>
        <p:txBody>
          <a:bodyPr/>
          <a:lstStyle/>
          <a:p>
            <a:pPr rtl="0"/>
            <a:r>
              <a:rPr lang="en-US" sz="4000" dirty="0"/>
              <a:t>Use case domain  understanding</a:t>
            </a:r>
            <a:br>
              <a:rPr lang="en-US" sz="4000" dirty="0"/>
            </a:br>
            <a:endParaRPr lang="en-IN" sz="40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F0A1E6-B867-F63F-C29C-1D9C56423A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2222257"/>
            <a:ext cx="10972800" cy="2994660"/>
          </a:xfrm>
        </p:spPr>
        <p:txBody>
          <a:bodyPr/>
          <a:lstStyle/>
          <a:p>
            <a:pPr algn="l"/>
            <a:r>
              <a:rPr lang="en-US" sz="2800" dirty="0"/>
              <a:t>This dataset belongs to the </a:t>
            </a:r>
            <a:r>
              <a:rPr lang="en-US" sz="2800" b="1" dirty="0"/>
              <a:t>online retail / e-commerce domain</a:t>
            </a:r>
            <a:r>
              <a:rPr lang="en-US" sz="2800" dirty="0"/>
              <a:t>, specifically focusing on </a:t>
            </a:r>
            <a:r>
              <a:rPr lang="en-US" sz="2800" b="1" dirty="0"/>
              <a:t>television products sold on Flipkart</a:t>
            </a:r>
            <a:r>
              <a:rPr lang="en-US" sz="2800" dirty="0"/>
              <a:t>.</a:t>
            </a:r>
            <a:br>
              <a:rPr lang="en-US" sz="2800" dirty="0"/>
            </a:br>
            <a:r>
              <a:rPr lang="en-US" sz="2800" dirty="0"/>
              <a:t>It captures product-level details such as pricing, brand, screen size, resolution, ratings, reviews, discounts, and specifications.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138301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1FA211-BB94-BE55-36B8-290BB6F7D5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05BC0-73FC-2F0A-B9A6-CFC3F253FF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90587"/>
            <a:ext cx="10972800" cy="928613"/>
          </a:xfrm>
        </p:spPr>
        <p:txBody>
          <a:bodyPr/>
          <a:lstStyle/>
          <a:p>
            <a:r>
              <a:rPr lang="en-IN" dirty="0"/>
              <a:t>Business Problem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75A00C-727B-FE25-31CB-C65BD05BAC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" y="1066800"/>
            <a:ext cx="10972800" cy="5170646"/>
          </a:xfrm>
        </p:spPr>
        <p:txBody>
          <a:bodyPr/>
          <a:lstStyle/>
          <a:p>
            <a:r>
              <a:rPr lang="en-US" sz="2400" dirty="0"/>
              <a:t>Flipkart offers a wide range of television models across different brands, prices, and features, making it challenging to identify what drives customer purchasing decisions.</a:t>
            </a:r>
          </a:p>
          <a:p>
            <a:br>
              <a:rPr lang="en-US" sz="2400" dirty="0"/>
            </a:br>
            <a:r>
              <a:rPr lang="en-US" sz="2400" dirty="0"/>
              <a:t>Variations in pricing, discounts, and specifications impact sales performance and customer satisfaction differently.</a:t>
            </a:r>
          </a:p>
          <a:p>
            <a:br>
              <a:rPr lang="en-US" sz="2400" dirty="0"/>
            </a:br>
            <a:r>
              <a:rPr lang="en-US" sz="2400" dirty="0"/>
              <a:t>The company needs to understand how factors such as brand, screen size, resolution, and price influence ratings and demand.</a:t>
            </a:r>
          </a:p>
          <a:p>
            <a:br>
              <a:rPr lang="en-US" sz="2400" dirty="0"/>
            </a:br>
            <a:r>
              <a:rPr lang="en-US" sz="2400" dirty="0"/>
              <a:t>Lack of clear insights can lead to inefficient pricing, overstocking, or poor promotional strategies.</a:t>
            </a:r>
          </a:p>
          <a:p>
            <a:br>
              <a:rPr lang="en-US" sz="2400" dirty="0"/>
            </a:br>
            <a:r>
              <a:rPr lang="en-US" sz="2400" dirty="0"/>
              <a:t>This analysis aims to use television market data to optimize product offerings, pricing strategies, and overall sales performance.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1831182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24AB3A-779F-1AFC-E2B2-B84081D341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C9359-7108-CCDD-7263-0D31305AE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90587"/>
            <a:ext cx="10972800" cy="776213"/>
          </a:xfrm>
        </p:spPr>
        <p:txBody>
          <a:bodyPr/>
          <a:lstStyle/>
          <a:p>
            <a:pPr rtl="0"/>
            <a:r>
              <a:rPr lang="en-IN" dirty="0"/>
              <a:t>Objective of the Project</a:t>
            </a:r>
            <a:br>
              <a:rPr lang="en-IN" dirty="0"/>
            </a:b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A0FEB43-3F68-06E1-A2B8-726B4A251E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47699" y="1219200"/>
            <a:ext cx="11353800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Flipkart’s television market data to understand customer preferences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buying behavior.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identify the impact of price, discounts, brand, and product features on customer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ratings and demand.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evaluate the performance of different television brands, screen sizes,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and resolutions.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uncover patterns and trends that influence sales and customer satisfaction.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data-driven insights and recommendations for optimizing pricing,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inventory, and</a:t>
            </a:r>
            <a:r>
              <a:rPr lang="en-US" altLang="en-US" sz="24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marketing strategies.</a:t>
            </a:r>
          </a:p>
        </p:txBody>
      </p:sp>
    </p:spTree>
    <p:extLst>
      <p:ext uri="{BB962C8B-B14F-4D97-AF65-F5344CB8AC3E}">
        <p14:creationId xmlns:p14="http://schemas.microsoft.com/office/powerpoint/2010/main" val="31505011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E69DBB-7E8F-6AFC-1C42-9DAB81E40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25ED1-A9BF-9686-DF9B-E14ACD9D10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90587"/>
            <a:ext cx="10972800" cy="776213"/>
          </a:xfrm>
        </p:spPr>
        <p:txBody>
          <a:bodyPr/>
          <a:lstStyle/>
          <a:p>
            <a:pPr rtl="0"/>
            <a:r>
              <a:rPr lang="en-US" dirty="0"/>
              <a:t>Web Scraping – Details</a:t>
            </a:r>
            <a:br>
              <a:rPr lang="en-US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056994-4C7A-174F-16FE-5501331258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339650"/>
          </a:xfrm>
        </p:spPr>
        <p:txBody>
          <a:bodyPr/>
          <a:lstStyle/>
          <a:p>
            <a:r>
              <a:rPr lang="en-IN" sz="2400" b="1" dirty="0"/>
              <a:t>Website Scraped:</a:t>
            </a:r>
            <a:endParaRPr lang="en-IN" sz="2400" dirty="0"/>
          </a:p>
          <a:p>
            <a:r>
              <a:rPr lang="en-IN" sz="2400" dirty="0"/>
              <a:t>Flipkart (Television category pages)</a:t>
            </a:r>
          </a:p>
          <a:p>
            <a:endParaRPr lang="en-IN" sz="2400" dirty="0"/>
          </a:p>
          <a:p>
            <a:r>
              <a:rPr lang="en-IN" sz="2400" b="1" dirty="0"/>
              <a:t>Data Source Type:</a:t>
            </a:r>
            <a:endParaRPr lang="en-IN" sz="2400" dirty="0"/>
          </a:p>
          <a:p>
            <a:r>
              <a:rPr lang="en-IN" sz="2400" dirty="0"/>
              <a:t>Publicly available product listing pages on Flipkart’s website</a:t>
            </a:r>
          </a:p>
          <a:p>
            <a:endParaRPr lang="en-IN" sz="2400" dirty="0"/>
          </a:p>
          <a:p>
            <a:r>
              <a:rPr lang="en-IN" sz="2400" b="1" dirty="0"/>
              <a:t>Tools &amp; Technologies Used:</a:t>
            </a:r>
            <a:endParaRPr lang="en-IN" sz="2400" dirty="0"/>
          </a:p>
          <a:p>
            <a:r>
              <a:rPr lang="en-IN" sz="2400" b="1" dirty="0"/>
              <a:t>Python</a:t>
            </a:r>
            <a:endParaRPr lang="en-IN" sz="2400" dirty="0"/>
          </a:p>
          <a:p>
            <a:r>
              <a:rPr lang="en-IN" sz="2400" b="1" dirty="0"/>
              <a:t>Requests</a:t>
            </a:r>
            <a:r>
              <a:rPr lang="en-IN" sz="2400" dirty="0"/>
              <a:t> – to send HTTP requests and fetch webpage content</a:t>
            </a:r>
          </a:p>
          <a:p>
            <a:r>
              <a:rPr lang="en-IN" sz="2400" b="1" dirty="0" err="1"/>
              <a:t>BeautifulSoup</a:t>
            </a:r>
            <a:r>
              <a:rPr lang="en-IN" sz="2400" b="1" dirty="0"/>
              <a:t> (bs4)</a:t>
            </a:r>
            <a:r>
              <a:rPr lang="en-IN" sz="2400" dirty="0"/>
              <a:t> – to parse HTML and extract required elements</a:t>
            </a:r>
          </a:p>
          <a:p>
            <a:r>
              <a:rPr lang="en-IN" sz="2400" b="1" dirty="0"/>
              <a:t>Pandas</a:t>
            </a:r>
            <a:r>
              <a:rPr lang="en-IN" sz="2400" dirty="0"/>
              <a:t> – to store and structure the scraped data into a </a:t>
            </a:r>
            <a:r>
              <a:rPr lang="en-IN" sz="2400" dirty="0" err="1"/>
              <a:t>DataFrame</a:t>
            </a: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42480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288CF1-7A97-941E-9BA8-4D057E3B5F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799" y="290587"/>
            <a:ext cx="10896601" cy="695960"/>
          </a:xfrm>
        </p:spPr>
        <p:txBody>
          <a:bodyPr/>
          <a:lstStyle/>
          <a:p>
            <a:r>
              <a:rPr lang="en-IN" dirty="0"/>
              <a:t>Process Followed: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C87A6F-2D48-7B50-CEC8-89A6ACD7B3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10183" y="1413063"/>
            <a:ext cx="10341293" cy="40318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Identified Flipkart television listing pages and relevant product URLs.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Sent HTTP requests to fetch HTML content of product pages.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Parsed HTML using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BeautifulSoup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extract attributes such as brand, price, screen size,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resolution, ratings, reviews, and discounts.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Cleaned and structured the extracted data into tabular format using Pandas.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Exported the final dataset to an Excel/CSV file for further analysis.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sz="2400" b="1" dirty="0"/>
              <a:t>Ethical Considerations:</a:t>
            </a:r>
            <a:endParaRPr lang="en-US" sz="2400" dirty="0"/>
          </a:p>
          <a:p>
            <a:r>
              <a:rPr lang="en-US" sz="2400" dirty="0"/>
              <a:t>Scraped only publicly visible information</a:t>
            </a:r>
          </a:p>
          <a:p>
            <a:r>
              <a:rPr lang="en-US" sz="2400" dirty="0"/>
              <a:t>Avoided excessive requests to prevent server overload</a:t>
            </a:r>
          </a:p>
          <a:p>
            <a:r>
              <a:rPr lang="en-US" sz="2400" dirty="0"/>
              <a:t>Used data strictly for educational and analytical purposes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1098751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92694-09D9-A58C-8A04-42590851A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52401"/>
            <a:ext cx="8630920" cy="762000"/>
          </a:xfrm>
        </p:spPr>
        <p:txBody>
          <a:bodyPr/>
          <a:lstStyle/>
          <a:p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Overview</a:t>
            </a:r>
            <a:b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08506FED-2543-12EF-86FC-CAC16414194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002268"/>
            <a:ext cx="10712846" cy="41549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Source: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Flipkart ( web scraping)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Rows &amp; Columns: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TV products with multiple features (brand, price, rating,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Features: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Brand (company)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– Samsung, LG, Sony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(MRP,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DiscountPrice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Discount)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Feedback (Rating, Reviews)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Specifications (Edition,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ScreenSize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SoundOutput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Warranty)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Types: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Mix of numerical and categorical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Analyze pricing, brand performance, and customer satisfaction for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business insights</a:t>
            </a:r>
          </a:p>
        </p:txBody>
      </p:sp>
    </p:spTree>
    <p:extLst>
      <p:ext uri="{BB962C8B-B14F-4D97-AF65-F5344CB8AC3E}">
        <p14:creationId xmlns:p14="http://schemas.microsoft.com/office/powerpoint/2010/main" val="3066038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B8328-5866-B9B3-5A38-54EA60D373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90587"/>
            <a:ext cx="10972800" cy="937810"/>
          </a:xfrm>
        </p:spPr>
        <p:txBody>
          <a:bodyPr/>
          <a:lstStyle/>
          <a:p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description of each column in your dataset:</a:t>
            </a:r>
            <a:br>
              <a:rPr lang="en-US" sz="3600" dirty="0"/>
            </a:br>
            <a:endParaRPr lang="en-IN" sz="3600" dirty="0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DA7C7B05-E0AB-E01F-E4A9-63D8003326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37673" y="1228397"/>
            <a:ext cx="8978740" cy="44012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company: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Brand of the TV (e.g., Samsung, LG, Sony)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MRP: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Original price before discount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DiscountPrice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Price after discount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Discount: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Percentage of discount offered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Customer rating out of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reviews: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Number of customer reviews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Edition: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TV edition type (Standard, Premium, etc.)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ScreenSize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Size of the TV screen in inches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SoundOutput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Audio output specification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Warranty: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Warranty period in years</a:t>
            </a:r>
          </a:p>
        </p:txBody>
      </p:sp>
    </p:spTree>
    <p:extLst>
      <p:ext uri="{BB962C8B-B14F-4D97-AF65-F5344CB8AC3E}">
        <p14:creationId xmlns:p14="http://schemas.microsoft.com/office/powerpoint/2010/main" val="6441668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CC73C-F527-AC08-1AEA-9A22B2FCB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97" y="290587"/>
            <a:ext cx="8630920" cy="492443"/>
          </a:xfrm>
        </p:spPr>
        <p:txBody>
          <a:bodyPr/>
          <a:lstStyle/>
          <a:p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Reading</a:t>
            </a:r>
            <a:r>
              <a:rPr lang="en-I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Dataset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C088B1-7641-EE55-703B-C9157A51C1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19F02E-7687-FB41-C5F5-6C2E2C48FB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3154" y="1066801"/>
            <a:ext cx="11457845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72188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2CC7F-E234-E9E1-D342-E1605EAFA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97" y="0"/>
            <a:ext cx="8630920" cy="754379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Basic Checks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8497C6-5B70-52F5-6A11-91C3F39A1C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1497" y="858065"/>
            <a:ext cx="11300903" cy="5245555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5CBE1C8-B733-CA2F-9101-9A15EA8C4C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497" y="858065"/>
            <a:ext cx="5617321" cy="5245555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9A64DEB5-2D9F-70D6-32A5-D022430940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8818" y="828312"/>
            <a:ext cx="5683582" cy="252448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CDB82E-D043-27A8-4C71-F4F185016D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3382552"/>
            <a:ext cx="5486401" cy="2721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65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4AEC90-0DB7-9466-F7E2-896844E61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400" y="381001"/>
            <a:ext cx="10667999" cy="492443"/>
          </a:xfrm>
        </p:spPr>
        <p:txBody>
          <a:bodyPr/>
          <a:lstStyle/>
          <a:p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 Techniques on Dataset: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0F85FB6-391D-40D4-FD98-79B8B625B62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4C0A642-AB18-955B-078D-C97E63A01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4628" y="1203961"/>
            <a:ext cx="10885371" cy="97631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0A3E988-5FB1-11EE-4EDB-8FE91DCE9A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9" y="2057399"/>
            <a:ext cx="1097280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9426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BE5ED-2647-3C2D-E07F-67B3BA2C5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43199" y="3124200"/>
            <a:ext cx="685801" cy="1354217"/>
          </a:xfrm>
        </p:spPr>
        <p:txBody>
          <a:bodyPr/>
          <a:lstStyle/>
          <a:p>
            <a:r>
              <a:rPr lang="en-IN" dirty="0" err="1"/>
              <a:t>jkrjk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A06B5-A0D2-28E3-71AE-D134CC26CE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380879"/>
            <a:ext cx="5486400" cy="5715121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479C0E1-82F8-0094-51EC-C4B270C213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840" y="228600"/>
            <a:ext cx="10424160" cy="236207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42B3CA-1038-A3D1-B0C7-705EDFAC17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1" y="2590678"/>
            <a:ext cx="10559170" cy="37339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42641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9521B8-9CC1-428E-EA68-3F4CE24A37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514600"/>
            <a:ext cx="3352801" cy="2895600"/>
          </a:xfrm>
        </p:spPr>
        <p:txBody>
          <a:bodyPr/>
          <a:lstStyle/>
          <a:p>
            <a:r>
              <a:rPr lang="en-IN" dirty="0"/>
              <a:t>ss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DD0C57-BD54-69D5-052A-79163CA49D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914400"/>
            <a:ext cx="10972800" cy="518922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46748E3-FD8A-A437-CE23-17990C401C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609600"/>
            <a:ext cx="10972800" cy="5189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39836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E05B92A5-AAFB-05D2-1450-EDDB36BC7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838200"/>
            <a:ext cx="10591800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34581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870CE6-5660-B037-D7D7-2270799BE6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990600"/>
            <a:ext cx="10972800" cy="5113020"/>
          </a:xfrm>
        </p:spPr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45E67F5-ED2B-03E0-6972-E382712E2D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990600"/>
            <a:ext cx="10972799" cy="5113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61827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16C008-865C-DBB4-AF08-90E6DBC5372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CCE23D-8B4B-D1D6-5C40-25AF8BD07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914400"/>
            <a:ext cx="10972800" cy="516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440419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61FC3-364B-A558-CB75-E6F49943F1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6" y="290587"/>
            <a:ext cx="10820403" cy="547613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Analysis through Visualizations</a:t>
            </a:r>
            <a:b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5E462D-408C-1C3C-4DD7-FA4A7F8E77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 rot="10800000" flipV="1">
            <a:off x="380990" y="5046679"/>
            <a:ext cx="5585907" cy="1125521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1400" dirty="0"/>
              <a:t>Most TVs have ratings between </a:t>
            </a:r>
            <a:r>
              <a:rPr lang="en-US" sz="1400" b="1" dirty="0"/>
              <a:t>3.5 and 4.5</a:t>
            </a:r>
            <a:r>
              <a:rPr lang="en-US" sz="1400" dirty="0"/>
              <a:t>, showing overall good customer satisfaction.</a:t>
            </a:r>
          </a:p>
          <a:p>
            <a:r>
              <a:rPr lang="en-US" sz="1400" dirty="0"/>
              <a:t>Very few products have low ratings below </a:t>
            </a:r>
            <a:r>
              <a:rPr lang="en-US" sz="1400" b="1" dirty="0"/>
              <a:t>3.0</a:t>
            </a:r>
            <a:r>
              <a:rPr lang="en-US" sz="1400" dirty="0"/>
              <a:t>.</a:t>
            </a:r>
          </a:p>
          <a:p>
            <a:r>
              <a:rPr lang="en-US" sz="1400" dirty="0"/>
              <a:t>The distribution is slightly </a:t>
            </a:r>
            <a:r>
              <a:rPr lang="en-US" sz="1400" b="1" dirty="0"/>
              <a:t>right-skewed</a:t>
            </a:r>
            <a:r>
              <a:rPr lang="en-US" sz="1400" dirty="0"/>
              <a:t>, meaning higher ratings are more common.</a:t>
            </a: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8409BFA-C3B4-B36C-4FD1-188748814DB0}"/>
              </a:ext>
            </a:extLst>
          </p:cNvPr>
          <p:cNvSpPr txBox="1"/>
          <p:nvPr/>
        </p:nvSpPr>
        <p:spPr>
          <a:xfrm>
            <a:off x="6324600" y="5029200"/>
            <a:ext cx="4800600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Discount prices show wide variation across products.</a:t>
            </a:r>
          </a:p>
          <a:p>
            <a:r>
              <a:rPr lang="en-US" sz="1400" dirty="0"/>
              <a:t>A few high outliers indicate very large discounts.</a:t>
            </a:r>
          </a:p>
          <a:p>
            <a:r>
              <a:rPr lang="en-US" sz="1400" dirty="0"/>
              <a:t>Most TVs fall within a stable, moderate discount range.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332F77-F402-5918-3D78-14F9876149B5}"/>
              </a:ext>
            </a:extLst>
          </p:cNvPr>
          <p:cNvSpPr txBox="1"/>
          <p:nvPr/>
        </p:nvSpPr>
        <p:spPr>
          <a:xfrm>
            <a:off x="380997" y="838200"/>
            <a:ext cx="10820403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Univariate Analysis</a:t>
            </a:r>
            <a:endParaRPr lang="en-IN" sz="28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82844A6-E357-9931-21D6-7354025660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276" y="1531301"/>
            <a:ext cx="5501221" cy="345563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16DFD62D-39AF-6B0F-5BFF-E29466E6D8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6905" y="1531300"/>
            <a:ext cx="5585908" cy="3345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3090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9A05D-0198-7F1B-A133-66E0BDD58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4343400"/>
            <a:ext cx="5257800" cy="1292662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MRP values show a wide spread, indicating both budget and premium TVs.</a:t>
            </a:r>
            <a:b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Most products cluster in the mid-price range.</a:t>
            </a:r>
            <a:b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A long upper tail suggests the presence of high-priced premium models.</a:t>
            </a:r>
            <a:br>
              <a:rPr lang="en-US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endParaRPr lang="en-US" sz="1400" b="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061BB7E-3B4E-2CC9-8268-7AE4EBEBF1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4343400"/>
            <a:ext cx="5257800" cy="1292662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1400" dirty="0"/>
              <a:t>Most TVs have </a:t>
            </a:r>
            <a:r>
              <a:rPr lang="en-US" sz="1400" b="1" dirty="0"/>
              <a:t>low to moderate</a:t>
            </a:r>
            <a:r>
              <a:rPr lang="en-US" sz="1400" dirty="0"/>
              <a:t> review counts.</a:t>
            </a:r>
          </a:p>
          <a:p>
            <a:r>
              <a:rPr lang="en-US" sz="1400" dirty="0"/>
              <a:t>A few products show very </a:t>
            </a:r>
            <a:r>
              <a:rPr lang="en-US" sz="1400" b="1" dirty="0"/>
              <a:t>high review volumes</a:t>
            </a:r>
            <a:r>
              <a:rPr lang="en-US" sz="1400" dirty="0"/>
              <a:t>, forming long right tail.</a:t>
            </a:r>
          </a:p>
          <a:p>
            <a:r>
              <a:rPr lang="en-US" sz="1400" dirty="0"/>
              <a:t>Indicates only some models attract significantly higher customer engagement.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95ACE33-6ABC-ADBC-1568-47986AC51E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1" y="152400"/>
            <a:ext cx="5867400" cy="3962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C80D8E1-BCC4-7B60-8A3F-225EB5BB78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52400"/>
            <a:ext cx="51816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0563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077C13-104C-D7C5-B575-8A5C654648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879EF1-89DE-EA22-25B9-BB5BD32D5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783" y="4343400"/>
            <a:ext cx="5181600" cy="1219200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Standard editions are the most common among all products.</a:t>
            </a:r>
            <a:b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Premium and special editions appear less frequently.</a:t>
            </a:r>
            <a:b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r>
              <a:rPr 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Overall, the dataset is dominated by standard TV editions.</a:t>
            </a:r>
            <a:endParaRPr lang="en-US" sz="1400" b="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3A0BF77-2688-F565-48F6-FC572102F1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0" y="4343400"/>
            <a:ext cx="5257800" cy="1219200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1400" dirty="0"/>
              <a:t>Most TVs offer </a:t>
            </a:r>
            <a:r>
              <a:rPr lang="en-US" sz="1400" b="1" dirty="0"/>
              <a:t>1-year</a:t>
            </a:r>
            <a:r>
              <a:rPr lang="en-US" sz="1400" dirty="0"/>
              <a:t> or </a:t>
            </a:r>
            <a:r>
              <a:rPr lang="en-US" sz="1400" b="1" dirty="0"/>
              <a:t>2-year</a:t>
            </a:r>
            <a:r>
              <a:rPr lang="en-US" sz="1400" dirty="0"/>
              <a:t> warranty.</a:t>
            </a:r>
          </a:p>
          <a:p>
            <a:r>
              <a:rPr lang="en-US" sz="1400" dirty="0"/>
              <a:t>Longer warranties are </a:t>
            </a:r>
            <a:r>
              <a:rPr lang="en-US" sz="1400" b="1" dirty="0"/>
              <a:t>less common</a:t>
            </a:r>
            <a:r>
              <a:rPr lang="en-US" sz="1400" dirty="0"/>
              <a:t> and mostly linked to premium brands.</a:t>
            </a:r>
          </a:p>
          <a:p>
            <a:r>
              <a:rPr lang="en-US" sz="1400" dirty="0"/>
              <a:t>Overall warranty distribution is </a:t>
            </a:r>
            <a:r>
              <a:rPr lang="en-US" sz="1400" b="1" dirty="0"/>
              <a:t>concentrated in lower durations</a:t>
            </a:r>
            <a:r>
              <a:rPr lang="en-US" sz="1400" dirty="0"/>
              <a:t>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C89488A-B0FE-CAA0-1057-94FF1E9798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28600"/>
            <a:ext cx="5181600" cy="38862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0773C53-A718-591A-7F34-28E6599826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228600"/>
            <a:ext cx="5562600" cy="396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411007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674994-D669-5AA3-C4DD-FB6B90CF8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4800" y="290587"/>
            <a:ext cx="11429999" cy="492443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Analysis-Categorical and Categorical</a:t>
            </a:r>
            <a:endParaRPr lang="en-IN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5B2B9-5840-0A7F-C046-46D7B132C0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4802" y="4648198"/>
            <a:ext cx="5486398" cy="1292662"/>
          </a:xfrm>
          <a:solidFill>
            <a:schemeClr val="bg1"/>
          </a:solidFill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1400" dirty="0"/>
              <a:t>The heatmap shows most brands concentrate heavily around </a:t>
            </a:r>
            <a:r>
              <a:rPr lang="en-US" sz="1400" b="1" dirty="0"/>
              <a:t>1–2 year warranties</a:t>
            </a:r>
            <a:r>
              <a:rPr lang="en-US" sz="1400" dirty="0"/>
              <a:t>.</a:t>
            </a:r>
          </a:p>
          <a:p>
            <a:r>
              <a:rPr lang="en-US" sz="1400" dirty="0"/>
              <a:t>Premium brands display </a:t>
            </a:r>
            <a:r>
              <a:rPr lang="en-US" sz="1400" b="1" dirty="0"/>
              <a:t>darker intensity</a:t>
            </a:r>
            <a:r>
              <a:rPr lang="en-US" sz="1400" dirty="0"/>
              <a:t> in higher warranty categories, indicating longer coverage.</a:t>
            </a:r>
          </a:p>
          <a:p>
            <a:r>
              <a:rPr lang="en-US" sz="1400" dirty="0"/>
              <a:t>Overall, warranty patterns vary by brand, with clear clusters visible in the heatmap.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E5D778-317E-EAAE-3DF9-5403BF0E6A8A}"/>
              </a:ext>
            </a:extLst>
          </p:cNvPr>
          <p:cNvSpPr txBox="1"/>
          <p:nvPr/>
        </p:nvSpPr>
        <p:spPr>
          <a:xfrm>
            <a:off x="5943598" y="4648200"/>
            <a:ext cx="5791201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Most screen sizes commonly offer </a:t>
            </a:r>
            <a:r>
              <a:rPr lang="en-US" sz="1400" b="1" dirty="0"/>
              <a:t>1–2 year warranties</a:t>
            </a:r>
          </a:p>
          <a:p>
            <a:r>
              <a:rPr lang="en-US" sz="1400" dirty="0"/>
              <a:t>Larger screen sizes show a </a:t>
            </a:r>
            <a:r>
              <a:rPr lang="en-US" sz="1400" b="1" dirty="0"/>
              <a:t>higher share of extended warranties</a:t>
            </a:r>
            <a:r>
              <a:rPr lang="en-US" sz="1400" dirty="0"/>
              <a:t>.</a:t>
            </a:r>
          </a:p>
          <a:p>
            <a:r>
              <a:rPr lang="en-US" sz="1400" dirty="0"/>
              <a:t>Warranty distribution increases slightly as screen size increases, reflecting premium product segments..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419BAA0-E15E-A2E8-556A-2EFC6FF54D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1" y="914400"/>
            <a:ext cx="5486399" cy="373379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50EA03F-5DB8-AC07-2576-7C21C71854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14999" y="914399"/>
            <a:ext cx="6172199" cy="3733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911986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5A63F-8493-0BAD-7CC9-C5E3000842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97" y="152401"/>
            <a:ext cx="11097800" cy="456461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Analysis-Categorical and Numerical</a:t>
            </a:r>
            <a:endParaRPr lang="en-IN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FC5034-C3B8-D657-B497-7E93F5BB3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14896" y="5105399"/>
            <a:ext cx="10577003" cy="990601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1400" dirty="0"/>
              <a:t>Premium editions have the </a:t>
            </a:r>
            <a:r>
              <a:rPr lang="en-US" sz="1400" b="1" dirty="0"/>
              <a:t>highest average MRP</a:t>
            </a:r>
            <a:r>
              <a:rPr lang="en-US" sz="1400" dirty="0"/>
              <a:t>.</a:t>
            </a:r>
          </a:p>
          <a:p>
            <a:r>
              <a:rPr lang="en-US" sz="1400" dirty="0"/>
              <a:t>Standard editions fall in the </a:t>
            </a:r>
            <a:r>
              <a:rPr lang="en-US" sz="1400" b="1" dirty="0"/>
              <a:t>mid-range pricing category</a:t>
            </a:r>
            <a:r>
              <a:rPr lang="en-US" sz="1400" dirty="0"/>
              <a:t>.</a:t>
            </a:r>
          </a:p>
          <a:p>
            <a:r>
              <a:rPr lang="en-US" sz="1400" dirty="0"/>
              <a:t>Budget editions show the </a:t>
            </a:r>
            <a:r>
              <a:rPr lang="en-US" sz="1400" b="1" dirty="0"/>
              <a:t>lowest average prices</a:t>
            </a:r>
            <a:r>
              <a:rPr lang="en-US" sz="1400" dirty="0"/>
              <a:t>, reflecting entry-level models.</a:t>
            </a:r>
            <a:endParaRPr lang="en-IN" sz="1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D8AFDD5-DCD9-574A-985A-1E8D935769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8196" y="990599"/>
            <a:ext cx="10843703" cy="3962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21857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F9F527-F3C8-EBF6-CEF7-DBA8B3944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1496" y="290587"/>
            <a:ext cx="10996104" cy="492443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Bivariate Analysis-Numerical and Numerical</a:t>
            </a:r>
            <a:endParaRPr lang="en-IN" sz="3200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792EE8-E761-597E-229C-C96627D7A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710" y="4924522"/>
            <a:ext cx="5560690" cy="1292662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1400" dirty="0"/>
              <a:t>The boxplot compares how monthly salary varies across different age groups.</a:t>
            </a:r>
          </a:p>
          <a:p>
            <a:r>
              <a:rPr lang="en-US" sz="1400" dirty="0"/>
              <a:t>Younger groups show lower and more compressed salary ranges, indicating early-career earnings.</a:t>
            </a:r>
          </a:p>
          <a:p>
            <a:r>
              <a:rPr lang="en-US" sz="1400" dirty="0"/>
              <a:t>Younger groups show lower and more compressed salary ranges, indicating early-career earnings.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1138B8-8F87-C07F-A48B-36693B60DA49}"/>
              </a:ext>
            </a:extLst>
          </p:cNvPr>
          <p:cNvSpPr txBox="1"/>
          <p:nvPr/>
        </p:nvSpPr>
        <p:spPr>
          <a:xfrm>
            <a:off x="6096000" y="4878355"/>
            <a:ext cx="5334000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dirty="0"/>
              <a:t>The trend line shows how customer review counts relate to the product’s discount price.</a:t>
            </a:r>
          </a:p>
          <a:p>
            <a:r>
              <a:rPr lang="en-US" sz="1400" dirty="0"/>
              <a:t>A positive slope suggests that products with higher discounts tend to receive more reviews.</a:t>
            </a:r>
          </a:p>
          <a:p>
            <a:r>
              <a:rPr lang="en-US" sz="1400" dirty="0"/>
              <a:t>This indicates that discounts may drive customer engagement and purchasing activity.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06E90BB-438A-EF24-B217-EA32D1A8138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422"/>
          <a:stretch>
            <a:fillRect/>
          </a:stretch>
        </p:blipFill>
        <p:spPr>
          <a:xfrm>
            <a:off x="306710" y="940638"/>
            <a:ext cx="5560690" cy="3783762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77832E5-C604-17C2-4FC2-4D8C80C936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940638"/>
            <a:ext cx="5181600" cy="3783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554216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C47C2-504F-F85A-4967-DBF8A28AD4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6" y="152401"/>
            <a:ext cx="11101897" cy="457199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sz="3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Multivariate Analysis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294BD2-89AF-19ED-D922-8F7B86AC0B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81000" y="5410200"/>
            <a:ext cx="11101896" cy="646331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1400" dirty="0"/>
              <a:t>The plot shows how MRP and discount price are related, with higher-priced products generally having higher discount prices.</a:t>
            </a:r>
          </a:p>
          <a:p>
            <a:r>
              <a:rPr lang="en-US" sz="1400" dirty="0"/>
              <a:t>Bubble size indicates ratings, and larger bubbles cluster around moderately priced items, showing better customer satisfaction in that range.</a:t>
            </a:r>
          </a:p>
          <a:p>
            <a:r>
              <a:rPr lang="en-US" sz="1400" dirty="0"/>
              <a:t>Color intensity reflects discount percentage, revealing that products with bigger discounts are often positioned in the mid-to-high MRP range.</a:t>
            </a:r>
            <a:endParaRPr lang="en-IN" sz="1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DED5A47-341B-C3AC-D4D6-CC6E32984E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0996" y="990601"/>
            <a:ext cx="11101896" cy="411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0370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0FCD7F-0858-9523-6FFB-28B4872B1A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4876800"/>
            <a:ext cx="10820400" cy="646331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US" sz="1400" dirty="0"/>
              <a:t>The chart shows how warranty periods are distributed across different TV brands.</a:t>
            </a:r>
          </a:p>
          <a:p>
            <a:r>
              <a:rPr lang="en-US" sz="1400" dirty="0"/>
              <a:t>Most brands offer </a:t>
            </a:r>
            <a:r>
              <a:rPr lang="en-US" sz="1400" b="1" dirty="0"/>
              <a:t>1–2 year warranties</a:t>
            </a:r>
            <a:r>
              <a:rPr lang="en-US" sz="1400" dirty="0"/>
              <a:t>, while premium brands provide </a:t>
            </a:r>
            <a:r>
              <a:rPr lang="en-US" sz="1400" b="1" dirty="0"/>
              <a:t>longer coverage</a:t>
            </a:r>
            <a:r>
              <a:rPr lang="en-US" sz="1400" dirty="0"/>
              <a:t>.</a:t>
            </a:r>
          </a:p>
          <a:p>
            <a:r>
              <a:rPr lang="en-US" sz="1400" dirty="0"/>
              <a:t>Stacked bars highlight brand differences, indicating warranty as a key factor in product positioning.</a:t>
            </a:r>
            <a:endParaRPr lang="en-IN" sz="1400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53EBCDC2-7E07-D9E7-DABE-E69E937A52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0800000">
            <a:off x="2209799" y="2442745"/>
            <a:ext cx="1371599" cy="677108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bd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5A186C3-B9F3-3EC3-CA84-A3C64C7451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400" y="675382"/>
            <a:ext cx="11277600" cy="4201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2600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5CCE7-E0AF-4215-1A2E-1AB8A1509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90587"/>
            <a:ext cx="10972800" cy="852413"/>
          </a:xfrm>
        </p:spPr>
        <p:txBody>
          <a:bodyPr/>
          <a:lstStyle/>
          <a:p>
            <a:pPr rtl="0"/>
            <a:r>
              <a:rPr lang="en-IN" dirty="0"/>
              <a:t>Key Business Question  </a:t>
            </a:r>
            <a:br>
              <a:rPr lang="en-IN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768C1-CA1C-3B96-8EDC-86C3042455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3385542"/>
          </a:xfrm>
        </p:spPr>
        <p:txBody>
          <a:bodyPr/>
          <a:lstStyle/>
          <a:p>
            <a:r>
              <a:rPr lang="en-US" sz="2000" b="1" dirty="0"/>
              <a:t>1.Which television brands and models perform best on Flipkart?</a:t>
            </a:r>
            <a:br>
              <a:rPr lang="en-US" sz="2000" dirty="0"/>
            </a:br>
            <a:r>
              <a:rPr lang="en-US" sz="2000" dirty="0"/>
              <a:t>Brands such as </a:t>
            </a:r>
            <a:r>
              <a:rPr lang="en-US" sz="2000" b="1" dirty="0"/>
              <a:t>Samsung, LG, Sony, and Mi</a:t>
            </a:r>
            <a:r>
              <a:rPr lang="en-US" sz="2000" dirty="0"/>
              <a:t> generally receive higher customer ratings and a larger number of reviews, indicating strong brand trust and consistent product performance.</a:t>
            </a:r>
          </a:p>
          <a:p>
            <a:endParaRPr lang="en-US" sz="2000" dirty="0"/>
          </a:p>
          <a:p>
            <a:r>
              <a:rPr lang="en-US" sz="2000" b="1" dirty="0"/>
              <a:t>2.How do price and discounts influence customer demand and satisfaction?</a:t>
            </a:r>
            <a:br>
              <a:rPr lang="en-US" sz="2000" dirty="0"/>
            </a:br>
            <a:r>
              <a:rPr lang="en-US" sz="2000" dirty="0"/>
              <a:t>Televisions in the </a:t>
            </a:r>
            <a:r>
              <a:rPr lang="en-US" sz="2000" b="1" dirty="0"/>
              <a:t>mid-price range with moderate discounts</a:t>
            </a:r>
            <a:r>
              <a:rPr lang="en-US" sz="2000" dirty="0"/>
              <a:t> tend to attract more customers and receive better ratings, while very high prices or heavy discounts do not always guarantee higher satisfaction.</a:t>
            </a:r>
          </a:p>
          <a:p>
            <a:endParaRPr lang="en-US" sz="2000" dirty="0"/>
          </a:p>
          <a:p>
            <a:r>
              <a:rPr lang="en-US" sz="2000" b="1" dirty="0"/>
              <a:t>3.What screen sizes and resolutions are most preferred by customers?</a:t>
            </a:r>
            <a:br>
              <a:rPr lang="en-US" sz="2000" dirty="0"/>
            </a:br>
            <a:r>
              <a:rPr lang="en-US" sz="2000" b="1" dirty="0"/>
              <a:t>32-inch and 43-inch TVs</a:t>
            </a:r>
            <a:r>
              <a:rPr lang="en-US" sz="2000" dirty="0"/>
              <a:t>, especially with </a:t>
            </a:r>
            <a:r>
              <a:rPr lang="en-US" sz="2000" b="1" dirty="0"/>
              <a:t>Full HD and 4K resolution</a:t>
            </a:r>
            <a:r>
              <a:rPr lang="en-US" sz="2000" dirty="0"/>
              <a:t>, are the most popular due to their balance between price, viewing experience, and space requirements.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289029345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BB33110-1A82-872B-7687-ED96555197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2154436"/>
          </a:xfrm>
        </p:spPr>
        <p:txBody>
          <a:bodyPr/>
          <a:lstStyle/>
          <a:p>
            <a:r>
              <a:rPr lang="en-US" sz="2000" b="1" dirty="0"/>
              <a:t>4.Which product features have the greatest impact on purchase decisions?</a:t>
            </a:r>
            <a:br>
              <a:rPr lang="en-US" sz="2000" dirty="0"/>
            </a:br>
            <a:r>
              <a:rPr lang="en-US" sz="2000" b="1" dirty="0"/>
              <a:t>Smart TV functionality, 4K resolution, and Android-based operating systems</a:t>
            </a:r>
            <a:r>
              <a:rPr lang="en-US" sz="2000" dirty="0"/>
              <a:t> significantly influence customer preference and are commonly associated with higher ratings.</a:t>
            </a:r>
          </a:p>
          <a:p>
            <a:endParaRPr lang="en-US" sz="2000" dirty="0"/>
          </a:p>
          <a:p>
            <a:r>
              <a:rPr lang="en-US" sz="2000" b="1" dirty="0"/>
              <a:t>5.How can TVs be segmented to improve business strategy?</a:t>
            </a:r>
            <a:br>
              <a:rPr lang="en-US" sz="2000" dirty="0"/>
            </a:br>
            <a:r>
              <a:rPr lang="en-US" sz="2000" dirty="0"/>
              <a:t>Televisions can be grouped into </a:t>
            </a:r>
            <a:r>
              <a:rPr lang="en-US" sz="2000" b="1" dirty="0"/>
              <a:t>budget, mid-range, and premium segments</a:t>
            </a:r>
            <a:r>
              <a:rPr lang="en-US" sz="2000" dirty="0"/>
              <a:t>, allowing Flipkart to tailor pricing, inventory planning, and marketing campaigns for each customer segment more effectively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76633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A58C91-CB80-51E5-1208-AE1B73EEB8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9" y="290587"/>
            <a:ext cx="8531417" cy="695960"/>
          </a:xfrm>
        </p:spPr>
        <p:txBody>
          <a:bodyPr/>
          <a:lstStyle/>
          <a:p>
            <a:r>
              <a:rPr lang="en-IN" dirty="0"/>
              <a:t>Summary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ED72759-758A-4A37-958F-886D261E43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281497" y="1274564"/>
            <a:ext cx="10691811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Market Trend: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Mid-range TVs (32–43 inches, standard editions) dominate sales; premium editions are fewer but high-priced.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Brand Insights: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Samsung and LG lead in premium segments, offering longer warranties and higher MRPs.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Pricing &amp; Discounts: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MRP and discount price are positively correlated; bigger discounts often attract more reviews and engagement.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Customer Feedback: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Most TVs rated 3.5–4.5; reviews concentrated in low-to-moderate range, indicating consistent satisfaction.</a:t>
            </a:r>
          </a:p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/>
              <a:t>Warranty &amp; Features:</a:t>
            </a:r>
            <a:r>
              <a:rPr lang="en-US" sz="2400" dirty="0"/>
              <a:t> Longer warranties linked to premium brands and larger screen sizes.</a:t>
            </a:r>
          </a:p>
          <a:p>
            <a:pPr lvl="0" algn="just" rt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400" b="1" dirty="0"/>
              <a:t>Business Insight:</a:t>
            </a:r>
            <a:r>
              <a:rPr lang="en-US" sz="2400" dirty="0"/>
              <a:t> Mid-range products drive volume; premium products emphasize quality, warranty, and higher pricing strategy.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104896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26C0CA-CFCA-4752-7358-BFF0F2EE6E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290587"/>
            <a:ext cx="10820401" cy="1354217"/>
          </a:xfrm>
        </p:spPr>
        <p:txBody>
          <a:bodyPr/>
          <a:lstStyle/>
          <a:p>
            <a:r>
              <a:rPr lang="en-IN" dirty="0"/>
              <a:t>Conclusion</a:t>
            </a:r>
            <a:br>
              <a:rPr lang="en-IN" b="0" dirty="0"/>
            </a:b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A1518B-E865-8E32-8053-2D7BB4426B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799" y="1447800"/>
            <a:ext cx="10896600" cy="3016210"/>
          </a:xfrm>
        </p:spPr>
        <p:txBody>
          <a:bodyPr/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Mid-range TVs (32–43 inches, standard editions) dominate the market.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Premium brands (Samsung, LG) offer high-priced TVs with extended warranties.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Ratings and reviews are slightly higher for premium TVs.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Edition, screen size, and warranty influence pricing and consumer preferences.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en-US" sz="2800" dirty="0"/>
              <a:t>Insights can guide pricing, inventory, promotions, and product strategy.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8568115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FE8CDE-FC96-F26A-AEF3-8C3D066D68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3399" y="290587"/>
            <a:ext cx="11049001" cy="928613"/>
          </a:xfrm>
        </p:spPr>
        <p:txBody>
          <a:bodyPr/>
          <a:lstStyle/>
          <a:p>
            <a:pPr rtl="0"/>
            <a:r>
              <a:rPr lang="en-US" dirty="0"/>
              <a:t>Challenges working on Web Scraping 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7E306D5-66E7-4352-2661-70F0588C660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905000"/>
            <a:ext cx="7475123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Missing values in price, ratings, or reviews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Inconsistent price formats (₹ symbols, commas, text)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Ratings shown as text instead of numeric values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Inconsistent brand and model naming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Duplicate product listings across pages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Incomplete or missing product specifications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Mixed data types within the same column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7816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EEC0A-FF86-F28B-459F-0E4B352613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590800"/>
            <a:ext cx="5181600" cy="677108"/>
          </a:xfrm>
        </p:spPr>
        <p:txBody>
          <a:bodyPr/>
          <a:lstStyle/>
          <a:p>
            <a:r>
              <a:rPr lang="en-IN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910489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1889</TotalTime>
  <Words>1633</Words>
  <Application>Microsoft Office PowerPoint</Application>
  <PresentationFormat>Widescreen</PresentationFormat>
  <Paragraphs>168</Paragraphs>
  <Slides>31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35" baseType="lpstr">
      <vt:lpstr>Arial</vt:lpstr>
      <vt:lpstr>Calibri</vt:lpstr>
      <vt:lpstr>Times New Roman</vt:lpstr>
      <vt:lpstr>Office Theme</vt:lpstr>
      <vt:lpstr>PowerPoint Presentation</vt:lpstr>
      <vt:lpstr>Agenda</vt:lpstr>
      <vt:lpstr>Use case domain  understanding </vt:lpstr>
      <vt:lpstr>Business Problem </vt:lpstr>
      <vt:lpstr>Objective of the Project </vt:lpstr>
      <vt:lpstr>Web Scraping – Details </vt:lpstr>
      <vt:lpstr>Process Followed:</vt:lpstr>
      <vt:lpstr>Dataset Overview </vt:lpstr>
      <vt:lpstr>Simple description of each column in your dataset: </vt:lpstr>
      <vt:lpstr>Reading Dataset</vt:lpstr>
      <vt:lpstr>Basic Checks</vt:lpstr>
      <vt:lpstr>Preprocessing Techniques on Dataset:</vt:lpstr>
      <vt:lpstr>jkrjk</vt:lpstr>
      <vt:lpstr>ss</vt:lpstr>
      <vt:lpstr>PowerPoint Presentation</vt:lpstr>
      <vt:lpstr>PowerPoint Presentation</vt:lpstr>
      <vt:lpstr>PowerPoint Presentation</vt:lpstr>
      <vt:lpstr>Data Analysis through Visualizations  </vt:lpstr>
      <vt:lpstr>MRP values show a wide spread, indicating both budget and premium TVs. Most products cluster in the mid-price range. A long upper tail suggests the presence of high-priced premium models. </vt:lpstr>
      <vt:lpstr>Standard editions are the most common among all products. Premium and special editions appear less frequently. Overall, the dataset is dominated by standard TV editions.</vt:lpstr>
      <vt:lpstr>Bivariate Analysis-Categorical and Categorical</vt:lpstr>
      <vt:lpstr>Bivariate Analysis-Categorical and Numerical</vt:lpstr>
      <vt:lpstr>Bivariate Analysis-Numerical and Numerical</vt:lpstr>
      <vt:lpstr>Multivariate Analysis</vt:lpstr>
      <vt:lpstr>bd</vt:lpstr>
      <vt:lpstr>Key Business Question   </vt:lpstr>
      <vt:lpstr>PowerPoint Presentation</vt:lpstr>
      <vt:lpstr>Summary</vt:lpstr>
      <vt:lpstr>Conclusion </vt:lpstr>
      <vt:lpstr>Challenges working on Web Scraping 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kaif</dc:creator>
  <cp:lastModifiedBy>Neeraja Dusnamoni</cp:lastModifiedBy>
  <cp:revision>36</cp:revision>
  <dcterms:created xsi:type="dcterms:W3CDTF">2025-11-02T10:54:35Z</dcterms:created>
  <dcterms:modified xsi:type="dcterms:W3CDTF">2025-12-13T04:37:40Z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2025-11-02T00:00:00Z</vt:filetime>
  </property>
  <property fmtid="{D5CDD505-2E9C-101B-9397-08002B2CF9AE}" pid="3" name="Creator">
    <vt:lpwstr>PDFium</vt:lpwstr>
  </property>
  <property fmtid="{D5CDD505-2E9C-101B-9397-08002B2CF9AE}" pid="4" name="Producer">
    <vt:lpwstr>PDFium</vt:lpwstr>
  </property>
  <property fmtid="{D5CDD505-2E9C-101B-9397-08002B2CF9AE}" pid="5" name="LastSaved">
    <vt:filetime>2025-11-02T00:00:00Z</vt:filetime>
  </property>
</Properties>
</file>